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oper Black" panose="0208090404030B020404" pitchFamily="18" charset="0"/>
      <p:regular r:id="rId14"/>
    </p:embeddedFont>
    <p:embeddedFont>
      <p:font typeface="Copperplate Gothic Bold" panose="020E0705020206020404" pitchFamily="34" charset="0"/>
      <p:regular r:id="rId15"/>
    </p:embeddedFont>
    <p:embeddedFont>
      <p:font typeface="Eras Bold ITC" panose="020B0907030504020204" pitchFamily="34" charset="0"/>
      <p:regular r:id="rId16"/>
    </p:embeddedFont>
    <p:embeddedFont>
      <p:font typeface="Fira Sans" panose="020B0503050000020004" pitchFamily="34" charset="0"/>
      <p:regular r:id="rId17"/>
      <p:bold r:id="rId18"/>
    </p:embeddedFont>
    <p:embeddedFont>
      <p:font typeface="Inconsolata Bold" pitchFamily="1" charset="0"/>
      <p:bold r:id="rId19"/>
    </p:embeddedFont>
  </p:embeddedFontLst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D0"/>
    <a:srgbClr val="C37E57"/>
    <a:srgbClr val="F0A52C"/>
    <a:srgbClr val="F3B651"/>
    <a:srgbClr val="D98DDB"/>
    <a:srgbClr val="E2A5E3"/>
    <a:srgbClr val="EB701D"/>
    <a:srgbClr val="FFC55D"/>
    <a:srgbClr val="FFE2AF"/>
    <a:srgbClr val="FFD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85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49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son Montellanos" userId="e6baeaa7b199bff6" providerId="LiveId" clId="{855663C3-7DC4-41A5-ACD6-CCF8B42239F1}"/>
    <pc:docChg chg="undo custSel addSld delSld modSld">
      <pc:chgData name="Alison Montellanos" userId="e6baeaa7b199bff6" providerId="LiveId" clId="{855663C3-7DC4-41A5-ACD6-CCF8B42239F1}" dt="2026-02-26T08:50:52.405" v="903" actId="1076"/>
      <pc:docMkLst>
        <pc:docMk/>
      </pc:docMkLst>
      <pc:sldChg chg="modSp mod">
        <pc:chgData name="Alison Montellanos" userId="e6baeaa7b199bff6" providerId="LiveId" clId="{855663C3-7DC4-41A5-ACD6-CCF8B42239F1}" dt="2026-02-26T07:26:12.833" v="341" actId="1076"/>
        <pc:sldMkLst>
          <pc:docMk/>
          <pc:sldMk cId="0" sldId="256"/>
        </pc:sldMkLst>
        <pc:spChg chg="mod">
          <ac:chgData name="Alison Montellanos" userId="e6baeaa7b199bff6" providerId="LiveId" clId="{855663C3-7DC4-41A5-ACD6-CCF8B42239F1}" dt="2026-02-26T07:26:12.833" v="341" actId="1076"/>
          <ac:spMkLst>
            <pc:docMk/>
            <pc:sldMk cId="0" sldId="256"/>
            <ac:spMk id="13" creationId="{28C5AEAB-12B4-0E5A-E028-02BE118101C0}"/>
          </ac:spMkLst>
        </pc:spChg>
      </pc:sldChg>
      <pc:sldChg chg="modSp mod">
        <pc:chgData name="Alison Montellanos" userId="e6baeaa7b199bff6" providerId="LiveId" clId="{855663C3-7DC4-41A5-ACD6-CCF8B42239F1}" dt="2026-02-26T08:01:04.322" v="577" actId="207"/>
        <pc:sldMkLst>
          <pc:docMk/>
          <pc:sldMk cId="0" sldId="257"/>
        </pc:sldMkLst>
        <pc:spChg chg="mod">
          <ac:chgData name="Alison Montellanos" userId="e6baeaa7b199bff6" providerId="LiveId" clId="{855663C3-7DC4-41A5-ACD6-CCF8B42239F1}" dt="2026-02-26T06:02:55.010" v="0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6:03:19.231" v="1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6:03:19.231" v="1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6:02:55.010" v="0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6:02:55.010" v="0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6:49:33.137" v="93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00:32.434" v="572" actId="207"/>
          <ac:spMkLst>
            <pc:docMk/>
            <pc:sldMk cId="0" sldId="257"/>
            <ac:spMk id="28" creationId="{2ABA54C4-2882-D6BB-FB10-40535CECB7DA}"/>
          </ac:spMkLst>
        </pc:spChg>
        <pc:spChg chg="mod">
          <ac:chgData name="Alison Montellanos" userId="e6baeaa7b199bff6" providerId="LiveId" clId="{855663C3-7DC4-41A5-ACD6-CCF8B42239F1}" dt="2026-02-26T08:01:04.322" v="577" actId="207"/>
          <ac:spMkLst>
            <pc:docMk/>
            <pc:sldMk cId="0" sldId="257"/>
            <ac:spMk id="32" creationId="{6A7D8593-BBA2-6215-3B5B-BE7B3864AEEC}"/>
          </ac:spMkLst>
        </pc:spChg>
        <pc:spChg chg="mod">
          <ac:chgData name="Alison Montellanos" userId="e6baeaa7b199bff6" providerId="LiveId" clId="{855663C3-7DC4-41A5-ACD6-CCF8B42239F1}" dt="2026-02-26T08:01:00.214" v="576" actId="207"/>
          <ac:spMkLst>
            <pc:docMk/>
            <pc:sldMk cId="0" sldId="257"/>
            <ac:spMk id="33" creationId="{A7FE70FE-FD3A-73DD-E0D1-FE6FD342CDE8}"/>
          </ac:spMkLst>
        </pc:spChg>
      </pc:sldChg>
      <pc:sldChg chg="addSp delSp modSp mod">
        <pc:chgData name="Alison Montellanos" userId="e6baeaa7b199bff6" providerId="LiveId" clId="{855663C3-7DC4-41A5-ACD6-CCF8B42239F1}" dt="2026-02-26T08:00:12.808" v="570" actId="207"/>
        <pc:sldMkLst>
          <pc:docMk/>
          <pc:sldMk cId="0" sldId="258"/>
        </pc:sldMkLst>
        <pc:spChg chg="mod">
          <ac:chgData name="Alison Montellanos" userId="e6baeaa7b199bff6" providerId="LiveId" clId="{855663C3-7DC4-41A5-ACD6-CCF8B42239F1}" dt="2026-02-26T07:40:09.416" v="419" actId="14861"/>
          <ac:spMkLst>
            <pc:docMk/>
            <pc:sldMk cId="0" sldId="258"/>
            <ac:spMk id="3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0:09.416" v="419" actId="14861"/>
          <ac:spMkLst>
            <pc:docMk/>
            <pc:sldMk cId="0" sldId="258"/>
            <ac:spMk id="4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0:34.618" v="422"/>
          <ac:spMkLst>
            <pc:docMk/>
            <pc:sldMk cId="0" sldId="258"/>
            <ac:spMk id="6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0:09.416" v="419" actId="14861"/>
          <ac:spMkLst>
            <pc:docMk/>
            <pc:sldMk cId="0" sldId="258"/>
            <ac:spMk id="7" creationId="{00000000-0000-0000-0000-000000000000}"/>
          </ac:spMkLst>
        </pc:spChg>
        <pc:spChg chg="add mod ord">
          <ac:chgData name="Alison Montellanos" userId="e6baeaa7b199bff6" providerId="LiveId" clId="{855663C3-7DC4-41A5-ACD6-CCF8B42239F1}" dt="2026-02-26T07:35:56.829" v="394" actId="170"/>
          <ac:spMkLst>
            <pc:docMk/>
            <pc:sldMk cId="0" sldId="258"/>
            <ac:spMk id="8" creationId="{7C24538D-68DA-96C2-02A7-2468ADF2595F}"/>
          </ac:spMkLst>
        </pc:spChg>
        <pc:spChg chg="del mod">
          <ac:chgData name="Alison Montellanos" userId="e6baeaa7b199bff6" providerId="LiveId" clId="{855663C3-7DC4-41A5-ACD6-CCF8B42239F1}" dt="2026-02-26T06:50:31.289" v="101" actId="478"/>
          <ac:spMkLst>
            <pc:docMk/>
            <pc:sldMk cId="0" sldId="258"/>
            <ac:spMk id="9" creationId="{00000000-0000-0000-0000-000000000000}"/>
          </ac:spMkLst>
        </pc:spChg>
        <pc:spChg chg="mod ord">
          <ac:chgData name="Alison Montellanos" userId="e6baeaa7b199bff6" providerId="LiveId" clId="{855663C3-7DC4-41A5-ACD6-CCF8B42239F1}" dt="2026-02-26T06:51:17.369" v="113" actId="1486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0:09.416" v="419" actId="14861"/>
          <ac:spMkLst>
            <pc:docMk/>
            <pc:sldMk cId="0" sldId="258"/>
            <ac:spMk id="17" creationId="{4EA6CD07-D10A-CD2F-5DA4-3B94950C6FCC}"/>
          </ac:spMkLst>
        </pc:spChg>
        <pc:spChg chg="add del mod">
          <ac:chgData name="Alison Montellanos" userId="e6baeaa7b199bff6" providerId="LiveId" clId="{855663C3-7DC4-41A5-ACD6-CCF8B42239F1}" dt="2026-02-26T06:05:45.285" v="4" actId="478"/>
          <ac:spMkLst>
            <pc:docMk/>
            <pc:sldMk cId="0" sldId="258"/>
            <ac:spMk id="18" creationId="{2D2BB530-CE8B-48E3-401E-C8D845C8E7A9}"/>
          </ac:spMkLst>
        </pc:spChg>
        <pc:spChg chg="add mod">
          <ac:chgData name="Alison Montellanos" userId="e6baeaa7b199bff6" providerId="LiveId" clId="{855663C3-7DC4-41A5-ACD6-CCF8B42239F1}" dt="2026-02-26T08:00:12.808" v="570" actId="207"/>
          <ac:spMkLst>
            <pc:docMk/>
            <pc:sldMk cId="0" sldId="258"/>
            <ac:spMk id="19" creationId="{32184CD2-27A8-7898-35B9-DA7752ADF6CD}"/>
          </ac:spMkLst>
        </pc:spChg>
        <pc:spChg chg="add mod">
          <ac:chgData name="Alison Montellanos" userId="e6baeaa7b199bff6" providerId="LiveId" clId="{855663C3-7DC4-41A5-ACD6-CCF8B42239F1}" dt="2026-02-26T06:06:40.900" v="14" actId="20577"/>
          <ac:spMkLst>
            <pc:docMk/>
            <pc:sldMk cId="0" sldId="258"/>
            <ac:spMk id="20" creationId="{E595E892-862E-8278-A3B8-7BB4DBC822E2}"/>
          </ac:spMkLst>
        </pc:spChg>
        <pc:spChg chg="add del mod">
          <ac:chgData name="Alison Montellanos" userId="e6baeaa7b199bff6" providerId="LiveId" clId="{855663C3-7DC4-41A5-ACD6-CCF8B42239F1}" dt="2026-02-26T06:50:52.004" v="107" actId="478"/>
          <ac:spMkLst>
            <pc:docMk/>
            <pc:sldMk cId="0" sldId="258"/>
            <ac:spMk id="21" creationId="{80C680F0-72D9-D950-5B9A-8DA7AE615E55}"/>
          </ac:spMkLst>
        </pc:spChg>
        <pc:picChg chg="add mod ord modCrop">
          <ac:chgData name="Alison Montellanos" userId="e6baeaa7b199bff6" providerId="LiveId" clId="{855663C3-7DC4-41A5-ACD6-CCF8B42239F1}" dt="2026-02-26T07:35:39.187" v="391" actId="167"/>
          <ac:picMkLst>
            <pc:docMk/>
            <pc:sldMk cId="0" sldId="258"/>
            <ac:picMk id="5" creationId="{24D8791F-87A4-8D9E-1F82-0118310D80A7}"/>
          </ac:picMkLst>
        </pc:picChg>
        <pc:picChg chg="add mod modCrop">
          <ac:chgData name="Alison Montellanos" userId="e6baeaa7b199bff6" providerId="LiveId" clId="{855663C3-7DC4-41A5-ACD6-CCF8B42239F1}" dt="2026-02-26T07:38:58.978" v="415" actId="1076"/>
          <ac:picMkLst>
            <pc:docMk/>
            <pc:sldMk cId="0" sldId="258"/>
            <ac:picMk id="11" creationId="{10EB7D44-38A6-EA3D-B286-134437BCD57C}"/>
          </ac:picMkLst>
        </pc:picChg>
      </pc:sldChg>
      <pc:sldChg chg="modSp mod">
        <pc:chgData name="Alison Montellanos" userId="e6baeaa7b199bff6" providerId="LiveId" clId="{855663C3-7DC4-41A5-ACD6-CCF8B42239F1}" dt="2026-02-26T07:02:43.367" v="227" actId="14100"/>
        <pc:sldMkLst>
          <pc:docMk/>
          <pc:sldMk cId="0" sldId="259"/>
        </pc:sldMkLst>
        <pc:spChg chg="mod">
          <ac:chgData name="Alison Montellanos" userId="e6baeaa7b199bff6" providerId="LiveId" clId="{855663C3-7DC4-41A5-ACD6-CCF8B42239F1}" dt="2026-02-26T07:02:43.367" v="22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02:04.196" v="224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02:04.196" v="224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02:26.039" v="226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02:26.039" v="226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02:04.196" v="224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02:04.196" v="224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6:51:41.150" v="11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01:48.327" v="223" actId="14861"/>
          <ac:spMkLst>
            <pc:docMk/>
            <pc:sldMk cId="0" sldId="259"/>
            <ac:spMk id="22" creationId="{E9F01AD9-C2D1-C14C-09E4-9E0B7958A42C}"/>
          </ac:spMkLst>
        </pc:spChg>
        <pc:spChg chg="mod">
          <ac:chgData name="Alison Montellanos" userId="e6baeaa7b199bff6" providerId="LiveId" clId="{855663C3-7DC4-41A5-ACD6-CCF8B42239F1}" dt="2026-02-26T06:51:31.129" v="114" actId="14861"/>
          <ac:spMkLst>
            <pc:docMk/>
            <pc:sldMk cId="0" sldId="259"/>
            <ac:spMk id="31" creationId="{8CC7E961-23AB-E8D9-5900-F30CBCD0986F}"/>
          </ac:spMkLst>
        </pc:spChg>
        <pc:picChg chg="mod">
          <ac:chgData name="Alison Montellanos" userId="e6baeaa7b199bff6" providerId="LiveId" clId="{855663C3-7DC4-41A5-ACD6-CCF8B42239F1}" dt="2026-02-26T07:01:48.327" v="223" actId="14861"/>
          <ac:picMkLst>
            <pc:docMk/>
            <pc:sldMk cId="0" sldId="259"/>
            <ac:picMk id="29" creationId="{0925A976-6CA5-7A2B-6BF5-7AF66DF1E97D}"/>
          </ac:picMkLst>
        </pc:picChg>
      </pc:sldChg>
      <pc:sldChg chg="addSp delSp modSp mod">
        <pc:chgData name="Alison Montellanos" userId="e6baeaa7b199bff6" providerId="LiveId" clId="{855663C3-7DC4-41A5-ACD6-CCF8B42239F1}" dt="2026-02-26T07:54:29.174" v="521" actId="1440"/>
        <pc:sldMkLst>
          <pc:docMk/>
          <pc:sldMk cId="0" sldId="260"/>
        </pc:sldMkLst>
        <pc:spChg chg="del">
          <ac:chgData name="Alison Montellanos" userId="e6baeaa7b199bff6" providerId="LiveId" clId="{855663C3-7DC4-41A5-ACD6-CCF8B42239F1}" dt="2026-02-26T06:47:21.871" v="75" actId="478"/>
          <ac:spMkLst>
            <pc:docMk/>
            <pc:sldMk cId="0" sldId="260"/>
            <ac:spMk id="7" creationId="{00000000-0000-0000-0000-000000000000}"/>
          </ac:spMkLst>
        </pc:spChg>
        <pc:spChg chg="mod ord">
          <ac:chgData name="Alison Montellanos" userId="e6baeaa7b199bff6" providerId="LiveId" clId="{855663C3-7DC4-41A5-ACD6-CCF8B42239F1}" dt="2026-02-26T06:52:40.600" v="11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6:45:39.818" v="74" actId="14861"/>
          <ac:spMkLst>
            <pc:docMk/>
            <pc:sldMk cId="0" sldId="260"/>
            <ac:spMk id="12" creationId="{A8FB471A-2DE7-0771-98F9-AD1F36394CA5}"/>
          </ac:spMkLst>
        </pc:spChg>
        <pc:spChg chg="mod">
          <ac:chgData name="Alison Montellanos" userId="e6baeaa7b199bff6" providerId="LiveId" clId="{855663C3-7DC4-41A5-ACD6-CCF8B42239F1}" dt="2026-02-26T07:04:07.292" v="237" actId="1076"/>
          <ac:spMkLst>
            <pc:docMk/>
            <pc:sldMk cId="0" sldId="260"/>
            <ac:spMk id="14" creationId="{82D7B7C9-D26B-478F-EA50-EEC00B0F8E99}"/>
          </ac:spMkLst>
        </pc:spChg>
        <pc:spChg chg="mod">
          <ac:chgData name="Alison Montellanos" userId="e6baeaa7b199bff6" providerId="LiveId" clId="{855663C3-7DC4-41A5-ACD6-CCF8B42239F1}" dt="2026-02-26T07:04:00.753" v="236" actId="14100"/>
          <ac:spMkLst>
            <pc:docMk/>
            <pc:sldMk cId="0" sldId="260"/>
            <ac:spMk id="16" creationId="{8D5B9FF8-B0A4-902A-B22A-2283476397EB}"/>
          </ac:spMkLst>
        </pc:spChg>
        <pc:spChg chg="mod">
          <ac:chgData name="Alison Montellanos" userId="e6baeaa7b199bff6" providerId="LiveId" clId="{855663C3-7DC4-41A5-ACD6-CCF8B42239F1}" dt="2026-02-26T07:03:34.484" v="233" actId="1076"/>
          <ac:spMkLst>
            <pc:docMk/>
            <pc:sldMk cId="0" sldId="260"/>
            <ac:spMk id="17" creationId="{190A7B4A-39D1-ADC2-58F1-A0325071FD6C}"/>
          </ac:spMkLst>
        </pc:spChg>
        <pc:spChg chg="mod">
          <ac:chgData name="Alison Montellanos" userId="e6baeaa7b199bff6" providerId="LiveId" clId="{855663C3-7DC4-41A5-ACD6-CCF8B42239F1}" dt="2026-02-26T07:03:29.638" v="232" actId="14100"/>
          <ac:spMkLst>
            <pc:docMk/>
            <pc:sldMk cId="0" sldId="260"/>
            <ac:spMk id="18" creationId="{3F13B6CF-2773-8088-1A19-B18212082570}"/>
          </ac:spMkLst>
        </pc:spChg>
        <pc:spChg chg="add mod">
          <ac:chgData name="Alison Montellanos" userId="e6baeaa7b199bff6" providerId="LiveId" clId="{855663C3-7DC4-41A5-ACD6-CCF8B42239F1}" dt="2026-02-26T06:52:30.923" v="116" actId="207"/>
          <ac:spMkLst>
            <pc:docMk/>
            <pc:sldMk cId="0" sldId="260"/>
            <ac:spMk id="28" creationId="{F1B09CE0-8ADA-FB4D-9772-D313A0BF5956}"/>
          </ac:spMkLst>
        </pc:spChg>
        <pc:spChg chg="add mod">
          <ac:chgData name="Alison Montellanos" userId="e6baeaa7b199bff6" providerId="LiveId" clId="{855663C3-7DC4-41A5-ACD6-CCF8B42239F1}" dt="2026-02-26T06:06:54.785" v="17" actId="20577"/>
          <ac:spMkLst>
            <pc:docMk/>
            <pc:sldMk cId="0" sldId="260"/>
            <ac:spMk id="29" creationId="{278C0169-A191-0851-55D4-5953DDD148FB}"/>
          </ac:spMkLst>
        </pc:spChg>
        <pc:picChg chg="mod ord">
          <ac:chgData name="Alison Montellanos" userId="e6baeaa7b199bff6" providerId="LiveId" clId="{855663C3-7DC4-41A5-ACD6-CCF8B42239F1}" dt="2026-02-26T07:54:29.174" v="521" actId="1440"/>
          <ac:picMkLst>
            <pc:docMk/>
            <pc:sldMk cId="0" sldId="260"/>
            <ac:picMk id="22" creationId="{6B0E5939-7D4E-414B-1289-D85773908520}"/>
          </ac:picMkLst>
        </pc:picChg>
      </pc:sldChg>
      <pc:sldChg chg="addSp delSp modSp mod">
        <pc:chgData name="Alison Montellanos" userId="e6baeaa7b199bff6" providerId="LiveId" clId="{855663C3-7DC4-41A5-ACD6-CCF8B42239F1}" dt="2026-02-26T07:20:14.986" v="339" actId="1076"/>
        <pc:sldMkLst>
          <pc:docMk/>
          <pc:sldMk cId="0" sldId="261"/>
        </pc:sldMkLst>
        <pc:spChg chg="mod">
          <ac:chgData name="Alison Montellanos" userId="e6baeaa7b199bff6" providerId="LiveId" clId="{855663C3-7DC4-41A5-ACD6-CCF8B42239F1}" dt="2026-02-26T07:15:10.379" v="308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15:06.235" v="307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20:14.986" v="339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20:10.162" v="33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19:49.466" v="336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19:11.029" v="333" actId="122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19:38.440" v="335" actId="107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19:33.979" v="334" actId="1076"/>
          <ac:spMkLst>
            <pc:docMk/>
            <pc:sldMk cId="0" sldId="261"/>
            <ac:spMk id="30" creationId="{00000000-0000-0000-0000-000000000000}"/>
          </ac:spMkLst>
        </pc:spChg>
        <pc:spChg chg="del mod">
          <ac:chgData name="Alison Montellanos" userId="e6baeaa7b199bff6" providerId="LiveId" clId="{855663C3-7DC4-41A5-ACD6-CCF8B42239F1}" dt="2026-02-26T06:52:58.325" v="120" actId="478"/>
          <ac:spMkLst>
            <pc:docMk/>
            <pc:sldMk cId="0" sldId="261"/>
            <ac:spMk id="32" creationId="{00000000-0000-0000-0000-000000000000}"/>
          </ac:spMkLst>
        </pc:spChg>
        <pc:spChg chg="mod ord">
          <ac:chgData name="Alison Montellanos" userId="e6baeaa7b199bff6" providerId="LiveId" clId="{855663C3-7DC4-41A5-ACD6-CCF8B42239F1}" dt="2026-02-26T06:53:38.267" v="130" actId="107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06:13.873" v="247" actId="14861"/>
          <ac:spMkLst>
            <pc:docMk/>
            <pc:sldMk cId="0" sldId="261"/>
            <ac:spMk id="40" creationId="{3A2F43CF-75B8-6AE8-9798-D62A49EBC9FE}"/>
          </ac:spMkLst>
        </pc:spChg>
        <pc:spChg chg="add mod">
          <ac:chgData name="Alison Montellanos" userId="e6baeaa7b199bff6" providerId="LiveId" clId="{855663C3-7DC4-41A5-ACD6-CCF8B42239F1}" dt="2026-02-26T07:05:39.802" v="244" actId="207"/>
          <ac:spMkLst>
            <pc:docMk/>
            <pc:sldMk cId="0" sldId="261"/>
            <ac:spMk id="44" creationId="{2B0C7B31-2866-ABC4-4B63-BDDF998E7A41}"/>
          </ac:spMkLst>
        </pc:spChg>
        <pc:spChg chg="add mod">
          <ac:chgData name="Alison Montellanos" userId="e6baeaa7b199bff6" providerId="LiveId" clId="{855663C3-7DC4-41A5-ACD6-CCF8B42239F1}" dt="2026-02-26T06:07:03.217" v="19" actId="20577"/>
          <ac:spMkLst>
            <pc:docMk/>
            <pc:sldMk cId="0" sldId="261"/>
            <ac:spMk id="45" creationId="{2991FAB2-B9A3-EA74-21DD-7DFF8DF99327}"/>
          </ac:spMkLst>
        </pc:spChg>
        <pc:spChg chg="add del mod">
          <ac:chgData name="Alison Montellanos" userId="e6baeaa7b199bff6" providerId="LiveId" clId="{855663C3-7DC4-41A5-ACD6-CCF8B42239F1}" dt="2026-02-26T06:52:52.291" v="118" actId="478"/>
          <ac:spMkLst>
            <pc:docMk/>
            <pc:sldMk cId="0" sldId="261"/>
            <ac:spMk id="46" creationId="{8662D039-E991-ECCA-859E-8F6E656A2489}"/>
          </ac:spMkLst>
        </pc:spChg>
        <pc:picChg chg="mod ord">
          <ac:chgData name="Alison Montellanos" userId="e6baeaa7b199bff6" providerId="LiveId" clId="{855663C3-7DC4-41A5-ACD6-CCF8B42239F1}" dt="2026-02-26T07:16:14.254" v="319" actId="166"/>
          <ac:picMkLst>
            <pc:docMk/>
            <pc:sldMk cId="0" sldId="261"/>
            <ac:picMk id="43" creationId="{3735CA89-4FFD-1E33-82B4-4EBC9E925413}"/>
          </ac:picMkLst>
        </pc:picChg>
      </pc:sldChg>
      <pc:sldChg chg="addSp delSp modSp mod">
        <pc:chgData name="Alison Montellanos" userId="e6baeaa7b199bff6" providerId="LiveId" clId="{855663C3-7DC4-41A5-ACD6-CCF8B42239F1}" dt="2026-02-26T07:59:36.457" v="568" actId="207"/>
        <pc:sldMkLst>
          <pc:docMk/>
          <pc:sldMk cId="0" sldId="262"/>
        </pc:sldMkLst>
        <pc:spChg chg="add mod">
          <ac:chgData name="Alison Montellanos" userId="e6baeaa7b199bff6" providerId="LiveId" clId="{855663C3-7DC4-41A5-ACD6-CCF8B42239F1}" dt="2026-02-26T07:59:25.799" v="567" actId="207"/>
          <ac:spMkLst>
            <pc:docMk/>
            <pc:sldMk cId="0" sldId="262"/>
            <ac:spMk id="2" creationId="{C301E686-CE14-E34D-0349-65C754B1DBD4}"/>
          </ac:spMkLst>
        </pc:spChg>
        <pc:spChg chg="mod">
          <ac:chgData name="Alison Montellanos" userId="e6baeaa7b199bff6" providerId="LiveId" clId="{855663C3-7DC4-41A5-ACD6-CCF8B42239F1}" dt="2026-02-26T07:42:53.837" v="432" actId="1076"/>
          <ac:spMkLst>
            <pc:docMk/>
            <pc:sldMk cId="0" sldId="262"/>
            <ac:spMk id="3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7:43:59.672" v="435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7:04.596" v="45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7:04.596" v="45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59:17.621" v="566" actId="207"/>
          <ac:spMkLst>
            <pc:docMk/>
            <pc:sldMk cId="0" sldId="262"/>
            <ac:spMk id="8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7:43:58.968" v="434" actId="478"/>
          <ac:spMkLst>
            <pc:docMk/>
            <pc:sldMk cId="0" sldId="262"/>
            <ac:spMk id="9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7:04.596" v="459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7:04.596" v="459" actId="1076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Alison Montellanos" userId="e6baeaa7b199bff6" providerId="LiveId" clId="{855663C3-7DC4-41A5-ACD6-CCF8B42239F1}" dt="2026-02-26T07:45:33.727" v="451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7:43:57.700" v="433" actId="47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7:04.596" v="459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7:47:04.596" v="459" actId="1076"/>
          <ac:spMkLst>
            <pc:docMk/>
            <pc:sldMk cId="0" sldId="262"/>
            <ac:spMk id="17" creationId="{00000000-0000-0000-0000-000000000000}"/>
          </ac:spMkLst>
        </pc:spChg>
        <pc:spChg chg="del mod">
          <ac:chgData name="Alison Montellanos" userId="e6baeaa7b199bff6" providerId="LiveId" clId="{855663C3-7DC4-41A5-ACD6-CCF8B42239F1}" dt="2026-02-26T06:53:55.313" v="133" actId="478"/>
          <ac:spMkLst>
            <pc:docMk/>
            <pc:sldMk cId="0" sldId="262"/>
            <ac:spMk id="19" creationId="{00000000-0000-0000-0000-000000000000}"/>
          </ac:spMkLst>
        </pc:spChg>
        <pc:spChg chg="mod ord">
          <ac:chgData name="Alison Montellanos" userId="e6baeaa7b199bff6" providerId="LiveId" clId="{855663C3-7DC4-41A5-ACD6-CCF8B42239F1}" dt="2026-02-26T06:54:41.552" v="148" actId="14861"/>
          <ac:spMkLst>
            <pc:docMk/>
            <pc:sldMk cId="0" sldId="262"/>
            <ac:spMk id="20" creationId="{00000000-0000-0000-0000-000000000000}"/>
          </ac:spMkLst>
        </pc:spChg>
        <pc:spChg chg="add mod ord">
          <ac:chgData name="Alison Montellanos" userId="e6baeaa7b199bff6" providerId="LiveId" clId="{855663C3-7DC4-41A5-ACD6-CCF8B42239F1}" dt="2026-02-26T07:56:10.012" v="538" actId="170"/>
          <ac:spMkLst>
            <pc:docMk/>
            <pc:sldMk cId="0" sldId="262"/>
            <ac:spMk id="23" creationId="{1032C4C6-A4F6-6B63-3C91-8F89FE681E21}"/>
          </ac:spMkLst>
        </pc:spChg>
        <pc:spChg chg="mod">
          <ac:chgData name="Alison Montellanos" userId="e6baeaa7b199bff6" providerId="LiveId" clId="{855663C3-7DC4-41A5-ACD6-CCF8B42239F1}" dt="2026-02-26T07:42:49.514" v="431" actId="1076"/>
          <ac:spMkLst>
            <pc:docMk/>
            <pc:sldMk cId="0" sldId="262"/>
            <ac:spMk id="24" creationId="{AF7910D8-A310-3C68-4337-957733EC0D41}"/>
          </ac:spMkLst>
        </pc:spChg>
        <pc:spChg chg="add mod">
          <ac:chgData name="Alison Montellanos" userId="e6baeaa7b199bff6" providerId="LiveId" clId="{855663C3-7DC4-41A5-ACD6-CCF8B42239F1}" dt="2026-02-26T07:59:36.457" v="568" actId="207"/>
          <ac:spMkLst>
            <pc:docMk/>
            <pc:sldMk cId="0" sldId="262"/>
            <ac:spMk id="25" creationId="{61AF5F59-40B9-A6B5-6EDB-26E1187B74D6}"/>
          </ac:spMkLst>
        </pc:spChg>
        <pc:spChg chg="add mod">
          <ac:chgData name="Alison Montellanos" userId="e6baeaa7b199bff6" providerId="LiveId" clId="{855663C3-7DC4-41A5-ACD6-CCF8B42239F1}" dt="2026-02-26T06:07:12.413" v="21" actId="20577"/>
          <ac:spMkLst>
            <pc:docMk/>
            <pc:sldMk cId="0" sldId="262"/>
            <ac:spMk id="26" creationId="{7F33CAAA-4134-9295-76EE-A93025255B62}"/>
          </ac:spMkLst>
        </pc:spChg>
        <pc:spChg chg="add del mod">
          <ac:chgData name="Alison Montellanos" userId="e6baeaa7b199bff6" providerId="LiveId" clId="{855663C3-7DC4-41A5-ACD6-CCF8B42239F1}" dt="2026-02-26T06:53:51.158" v="131" actId="478"/>
          <ac:spMkLst>
            <pc:docMk/>
            <pc:sldMk cId="0" sldId="262"/>
            <ac:spMk id="27" creationId="{D84BEA8C-7620-5CC9-5281-08704D1AC0F2}"/>
          </ac:spMkLst>
        </pc:spChg>
        <pc:picChg chg="del">
          <ac:chgData name="Alison Montellanos" userId="e6baeaa7b199bff6" providerId="LiveId" clId="{855663C3-7DC4-41A5-ACD6-CCF8B42239F1}" dt="2026-02-26T07:44:01.486" v="437" actId="478"/>
          <ac:picMkLst>
            <pc:docMk/>
            <pc:sldMk cId="0" sldId="262"/>
            <ac:picMk id="5" creationId="{00000000-0000-0000-0000-000000000000}"/>
          </ac:picMkLst>
        </pc:picChg>
        <pc:picChg chg="del">
          <ac:chgData name="Alison Montellanos" userId="e6baeaa7b199bff6" providerId="LiveId" clId="{855663C3-7DC4-41A5-ACD6-CCF8B42239F1}" dt="2026-02-26T07:44:00.610" v="436" actId="478"/>
          <ac:picMkLst>
            <pc:docMk/>
            <pc:sldMk cId="0" sldId="262"/>
            <ac:picMk id="10" creationId="{00000000-0000-0000-0000-000000000000}"/>
          </ac:picMkLst>
        </pc:picChg>
        <pc:picChg chg="del">
          <ac:chgData name="Alison Montellanos" userId="e6baeaa7b199bff6" providerId="LiveId" clId="{855663C3-7DC4-41A5-ACD6-CCF8B42239F1}" dt="2026-02-26T07:44:02.690" v="438" actId="478"/>
          <ac:picMkLst>
            <pc:docMk/>
            <pc:sldMk cId="0" sldId="262"/>
            <ac:picMk id="15" creationId="{00000000-0000-0000-0000-000000000000}"/>
          </ac:picMkLst>
        </pc:picChg>
        <pc:picChg chg="add mod ord modCrop">
          <ac:chgData name="Alison Montellanos" userId="e6baeaa7b199bff6" providerId="LiveId" clId="{855663C3-7DC4-41A5-ACD6-CCF8B42239F1}" dt="2026-02-26T07:55:56.994" v="535" actId="167"/>
          <ac:picMkLst>
            <pc:docMk/>
            <pc:sldMk cId="0" sldId="262"/>
            <ac:picMk id="19" creationId="{B7056521-9C8E-08F4-F616-CED59E40E3FC}"/>
          </ac:picMkLst>
        </pc:picChg>
        <pc:picChg chg="add mod modCrop">
          <ac:chgData name="Alison Montellanos" userId="e6baeaa7b199bff6" providerId="LiveId" clId="{855663C3-7DC4-41A5-ACD6-CCF8B42239F1}" dt="2026-02-26T07:57:55.206" v="557" actId="1076"/>
          <ac:picMkLst>
            <pc:docMk/>
            <pc:sldMk cId="0" sldId="262"/>
            <ac:picMk id="22" creationId="{80080D53-137F-B13A-CA07-27C151DF1595}"/>
          </ac:picMkLst>
        </pc:picChg>
      </pc:sldChg>
      <pc:sldChg chg="addSp delSp modSp mod">
        <pc:chgData name="Alison Montellanos" userId="e6baeaa7b199bff6" providerId="LiveId" clId="{855663C3-7DC4-41A5-ACD6-CCF8B42239F1}" dt="2026-02-26T08:08:47.455" v="623" actId="207"/>
        <pc:sldMkLst>
          <pc:docMk/>
          <pc:sldMk cId="0" sldId="263"/>
        </pc:sldMkLst>
        <pc:spChg chg="mod">
          <ac:chgData name="Alison Montellanos" userId="e6baeaa7b199bff6" providerId="LiveId" clId="{855663C3-7DC4-41A5-ACD6-CCF8B42239F1}" dt="2026-02-26T08:08:15.360" v="621" actId="14861"/>
          <ac:spMkLst>
            <pc:docMk/>
            <pc:sldMk cId="0" sldId="263"/>
            <ac:spMk id="4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08:15.360" v="621" actId="14861"/>
          <ac:spMkLst>
            <pc:docMk/>
            <pc:sldMk cId="0" sldId="263"/>
            <ac:spMk id="5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6:54:53.178" v="149" actId="478"/>
          <ac:spMkLst>
            <pc:docMk/>
            <pc:sldMk cId="0" sldId="263"/>
            <ac:spMk id="7" creationId="{00000000-0000-0000-0000-000000000000}"/>
          </ac:spMkLst>
        </pc:spChg>
        <pc:spChg chg="add del mod ord">
          <ac:chgData name="Alison Montellanos" userId="e6baeaa7b199bff6" providerId="LiveId" clId="{855663C3-7DC4-41A5-ACD6-CCF8B42239F1}" dt="2026-02-26T06:56:44.822" v="176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08:15.360" v="621" actId="14861"/>
          <ac:spMkLst>
            <pc:docMk/>
            <pc:sldMk cId="0" sldId="263"/>
            <ac:spMk id="12" creationId="{2EBC3EC0-5467-55D2-4DFA-0BF99A7B2B4A}"/>
          </ac:spMkLst>
        </pc:spChg>
        <pc:spChg chg="add mod">
          <ac:chgData name="Alison Montellanos" userId="e6baeaa7b199bff6" providerId="LiveId" clId="{855663C3-7DC4-41A5-ACD6-CCF8B42239F1}" dt="2026-02-26T08:08:47.455" v="623" actId="207"/>
          <ac:spMkLst>
            <pc:docMk/>
            <pc:sldMk cId="0" sldId="263"/>
            <ac:spMk id="13" creationId="{08416197-5710-6A77-D870-93DF41B7DE78}"/>
          </ac:spMkLst>
        </pc:spChg>
        <pc:spChg chg="add mod">
          <ac:chgData name="Alison Montellanos" userId="e6baeaa7b199bff6" providerId="LiveId" clId="{855663C3-7DC4-41A5-ACD6-CCF8B42239F1}" dt="2026-02-26T06:07:20.982" v="23" actId="20577"/>
          <ac:spMkLst>
            <pc:docMk/>
            <pc:sldMk cId="0" sldId="263"/>
            <ac:spMk id="14" creationId="{65A0C4AC-613D-65D2-1C6C-FE70FE22E0C7}"/>
          </ac:spMkLst>
        </pc:spChg>
        <pc:spChg chg="add mod ord">
          <ac:chgData name="Alison Montellanos" userId="e6baeaa7b199bff6" providerId="LiveId" clId="{855663C3-7DC4-41A5-ACD6-CCF8B42239F1}" dt="2026-02-26T08:07:31.260" v="610" actId="1076"/>
          <ac:spMkLst>
            <pc:docMk/>
            <pc:sldMk cId="0" sldId="263"/>
            <ac:spMk id="16" creationId="{B9718543-957D-F58F-4CDC-9ABE2305B602}"/>
          </ac:spMkLst>
        </pc:spChg>
        <pc:picChg chg="add del mod">
          <ac:chgData name="Alison Montellanos" userId="e6baeaa7b199bff6" providerId="LiveId" clId="{855663C3-7DC4-41A5-ACD6-CCF8B42239F1}" dt="2026-02-26T08:04:50.847" v="579" actId="478"/>
          <ac:picMkLst>
            <pc:docMk/>
            <pc:sldMk cId="0" sldId="263"/>
            <ac:picMk id="3" creationId="{96089E6F-8F57-4489-B4F1-BF1A120DAFCB}"/>
          </ac:picMkLst>
        </pc:picChg>
        <pc:picChg chg="add del mod">
          <ac:chgData name="Alison Montellanos" userId="e6baeaa7b199bff6" providerId="LiveId" clId="{855663C3-7DC4-41A5-ACD6-CCF8B42239F1}" dt="2026-02-26T08:05:06.971" v="581" actId="478"/>
          <ac:picMkLst>
            <pc:docMk/>
            <pc:sldMk cId="0" sldId="263"/>
            <ac:picMk id="7" creationId="{486FF0D1-14B0-3CAB-AF52-D2F80D97A80A}"/>
          </ac:picMkLst>
        </pc:picChg>
        <pc:picChg chg="add mod">
          <ac:chgData name="Alison Montellanos" userId="e6baeaa7b199bff6" providerId="LiveId" clId="{855663C3-7DC4-41A5-ACD6-CCF8B42239F1}" dt="2026-02-26T08:06:54.889" v="601" actId="14100"/>
          <ac:picMkLst>
            <pc:docMk/>
            <pc:sldMk cId="0" sldId="263"/>
            <ac:picMk id="10" creationId="{B94907E6-16A2-C24F-DC93-668915114499}"/>
          </ac:picMkLst>
        </pc:picChg>
        <pc:picChg chg="add mod ord">
          <ac:chgData name="Alison Montellanos" userId="e6baeaa7b199bff6" providerId="LiveId" clId="{855663C3-7DC4-41A5-ACD6-CCF8B42239F1}" dt="2026-02-26T08:06:08.678" v="591" actId="167"/>
          <ac:picMkLst>
            <pc:docMk/>
            <pc:sldMk cId="0" sldId="263"/>
            <ac:picMk id="15" creationId="{EB380713-A554-113E-CA96-8ADC5E5D5A12}"/>
          </ac:picMkLst>
        </pc:picChg>
      </pc:sldChg>
      <pc:sldChg chg="addSp delSp modSp mod">
        <pc:chgData name="Alison Montellanos" userId="e6baeaa7b199bff6" providerId="LiveId" clId="{855663C3-7DC4-41A5-ACD6-CCF8B42239F1}" dt="2026-02-26T08:37:26.984" v="799" actId="1076"/>
        <pc:sldMkLst>
          <pc:docMk/>
          <pc:sldMk cId="0" sldId="264"/>
        </pc:sldMkLst>
        <pc:spChg chg="mod">
          <ac:chgData name="Alison Montellanos" userId="e6baeaa7b199bff6" providerId="LiveId" clId="{855663C3-7DC4-41A5-ACD6-CCF8B42239F1}" dt="2026-02-26T08:18:32.537" v="687" actId="207"/>
          <ac:spMkLst>
            <pc:docMk/>
            <pc:sldMk cId="0" sldId="264"/>
            <ac:spMk id="3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37.589" v="629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33.294" v="627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18:32.537" v="687" actId="207"/>
          <ac:spMkLst>
            <pc:docMk/>
            <pc:sldMk cId="0" sldId="264"/>
            <ac:spMk id="6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20.246" v="625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27.888" v="626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39.491" v="630" actId="478"/>
          <ac:spMkLst>
            <pc:docMk/>
            <pc:sldMk cId="0" sldId="264"/>
            <ac:spMk id="9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18:32.537" v="687" actId="207"/>
          <ac:spMkLst>
            <pc:docMk/>
            <pc:sldMk cId="0" sldId="264"/>
            <ac:spMk id="10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20.246" v="625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33.294" v="627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27.888" v="626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41.941" v="632" actId="478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18:32.537" v="687" actId="207"/>
          <ac:spMkLst>
            <pc:docMk/>
            <pc:sldMk cId="0" sldId="264"/>
            <ac:spMk id="16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20.246" v="625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8:12:27.888" v="626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6:56:51.382" v="177" actId="478"/>
          <ac:spMkLst>
            <pc:docMk/>
            <pc:sldMk cId="0" sldId="264"/>
            <ac:spMk id="21" creationId="{00000000-0000-0000-0000-000000000000}"/>
          </ac:spMkLst>
        </pc:spChg>
        <pc:spChg chg="mod ord">
          <ac:chgData name="Alison Montellanos" userId="e6baeaa7b199bff6" providerId="LiveId" clId="{855663C3-7DC4-41A5-ACD6-CCF8B42239F1}" dt="2026-02-26T06:57:36.291" v="190" actId="1076"/>
          <ac:spMkLst>
            <pc:docMk/>
            <pc:sldMk cId="0" sldId="264"/>
            <ac:spMk id="22" creationId="{00000000-0000-0000-0000-000000000000}"/>
          </ac:spMkLst>
        </pc:spChg>
        <pc:spChg chg="add mod ord">
          <ac:chgData name="Alison Montellanos" userId="e6baeaa7b199bff6" providerId="LiveId" clId="{855663C3-7DC4-41A5-ACD6-CCF8B42239F1}" dt="2026-02-26T08:37:12.301" v="798" actId="1076"/>
          <ac:spMkLst>
            <pc:docMk/>
            <pc:sldMk cId="0" sldId="264"/>
            <ac:spMk id="24" creationId="{770B895C-9604-AE2E-02D1-2319ED9559C4}"/>
          </ac:spMkLst>
        </pc:spChg>
        <pc:spChg chg="mod">
          <ac:chgData name="Alison Montellanos" userId="e6baeaa7b199bff6" providerId="LiveId" clId="{855663C3-7DC4-41A5-ACD6-CCF8B42239F1}" dt="2026-02-26T08:36:01.209" v="791" actId="1076"/>
          <ac:spMkLst>
            <pc:docMk/>
            <pc:sldMk cId="0" sldId="264"/>
            <ac:spMk id="26" creationId="{84597916-E670-B427-729F-10443D87F3B9}"/>
          </ac:spMkLst>
        </pc:spChg>
        <pc:spChg chg="add mod">
          <ac:chgData name="Alison Montellanos" userId="e6baeaa7b199bff6" providerId="LiveId" clId="{855663C3-7DC4-41A5-ACD6-CCF8B42239F1}" dt="2026-02-26T08:28:07.634" v="749" actId="207"/>
          <ac:spMkLst>
            <pc:docMk/>
            <pc:sldMk cId="0" sldId="264"/>
            <ac:spMk id="27" creationId="{10795FD0-2A70-C82C-2F2A-D6191B66CDEF}"/>
          </ac:spMkLst>
        </pc:spChg>
        <pc:spChg chg="add mod">
          <ac:chgData name="Alison Montellanos" userId="e6baeaa7b199bff6" providerId="LiveId" clId="{855663C3-7DC4-41A5-ACD6-CCF8B42239F1}" dt="2026-02-26T06:07:29.942" v="25" actId="20577"/>
          <ac:spMkLst>
            <pc:docMk/>
            <pc:sldMk cId="0" sldId="264"/>
            <ac:spMk id="28" creationId="{7733EDED-400D-1F5A-599E-D64F05717E0C}"/>
          </ac:spMkLst>
        </pc:spChg>
        <pc:spChg chg="add mod">
          <ac:chgData name="Alison Montellanos" userId="e6baeaa7b199bff6" providerId="LiveId" clId="{855663C3-7DC4-41A5-ACD6-CCF8B42239F1}" dt="2026-02-26T08:36:54.606" v="795" actId="1076"/>
          <ac:spMkLst>
            <pc:docMk/>
            <pc:sldMk cId="0" sldId="264"/>
            <ac:spMk id="40" creationId="{A04FF466-1B77-0B8B-E323-DD1AAA68476F}"/>
          </ac:spMkLst>
        </pc:spChg>
        <pc:spChg chg="add mod">
          <ac:chgData name="Alison Montellanos" userId="e6baeaa7b199bff6" providerId="LiveId" clId="{855663C3-7DC4-41A5-ACD6-CCF8B42239F1}" dt="2026-02-26T08:37:26.984" v="799" actId="1076"/>
          <ac:spMkLst>
            <pc:docMk/>
            <pc:sldMk cId="0" sldId="264"/>
            <ac:spMk id="41" creationId="{48982869-CAC7-0ADA-8CEF-CAAA2002130D}"/>
          </ac:spMkLst>
        </pc:spChg>
        <pc:picChg chg="del">
          <ac:chgData name="Alison Montellanos" userId="e6baeaa7b199bff6" providerId="LiveId" clId="{855663C3-7DC4-41A5-ACD6-CCF8B42239F1}" dt="2026-02-26T08:12:40.652" v="631" actId="478"/>
          <ac:picMkLst>
            <pc:docMk/>
            <pc:sldMk cId="0" sldId="264"/>
            <ac:picMk id="13" creationId="{00000000-0000-0000-0000-000000000000}"/>
          </ac:picMkLst>
        </pc:picChg>
        <pc:picChg chg="del">
          <ac:chgData name="Alison Montellanos" userId="e6baeaa7b199bff6" providerId="LiveId" clId="{855663C3-7DC4-41A5-ACD6-CCF8B42239F1}" dt="2026-02-26T08:12:36.219" v="628" actId="478"/>
          <ac:picMkLst>
            <pc:docMk/>
            <pc:sldMk cId="0" sldId="264"/>
            <ac:picMk id="19" creationId="{00000000-0000-0000-0000-000000000000}"/>
          </ac:picMkLst>
        </pc:picChg>
        <pc:picChg chg="add del mod">
          <ac:chgData name="Alison Montellanos" userId="e6baeaa7b199bff6" providerId="LiveId" clId="{855663C3-7DC4-41A5-ACD6-CCF8B42239F1}" dt="2026-02-26T08:16:31.094" v="670" actId="478"/>
          <ac:picMkLst>
            <pc:docMk/>
            <pc:sldMk cId="0" sldId="264"/>
            <ac:picMk id="20" creationId="{B65F8CB6-5980-ED19-6CBF-FA71F0C2AA6C}"/>
          </ac:picMkLst>
        </pc:picChg>
        <pc:picChg chg="add del mod ord modCrop">
          <ac:chgData name="Alison Montellanos" userId="e6baeaa7b199bff6" providerId="LiveId" clId="{855663C3-7DC4-41A5-ACD6-CCF8B42239F1}" dt="2026-02-26T08:25:25.422" v="721" actId="478"/>
          <ac:picMkLst>
            <pc:docMk/>
            <pc:sldMk cId="0" sldId="264"/>
            <ac:picMk id="23" creationId="{13DED4E7-D142-28D3-4A23-0D408114FFBF}"/>
          </ac:picMkLst>
        </pc:picChg>
        <pc:picChg chg="add del mod">
          <ac:chgData name="Alison Montellanos" userId="e6baeaa7b199bff6" providerId="LiveId" clId="{855663C3-7DC4-41A5-ACD6-CCF8B42239F1}" dt="2026-02-26T08:19:02.219" v="689" actId="478"/>
          <ac:picMkLst>
            <pc:docMk/>
            <pc:sldMk cId="0" sldId="264"/>
            <ac:picMk id="29" creationId="{E9EBC2B8-090B-6B4E-BC04-5F89B45D8AEF}"/>
          </ac:picMkLst>
        </pc:picChg>
        <pc:picChg chg="add del mod">
          <ac:chgData name="Alison Montellanos" userId="e6baeaa7b199bff6" providerId="LiveId" clId="{855663C3-7DC4-41A5-ACD6-CCF8B42239F1}" dt="2026-02-26T08:19:20.203" v="691" actId="478"/>
          <ac:picMkLst>
            <pc:docMk/>
            <pc:sldMk cId="0" sldId="264"/>
            <ac:picMk id="31" creationId="{C2540B57-4210-0549-CB71-5B0D6FAD3711}"/>
          </ac:picMkLst>
        </pc:picChg>
        <pc:picChg chg="add del mod modCrop">
          <ac:chgData name="Alison Montellanos" userId="e6baeaa7b199bff6" providerId="LiveId" clId="{855663C3-7DC4-41A5-ACD6-CCF8B42239F1}" dt="2026-02-26T08:21:08.907" v="701" actId="478"/>
          <ac:picMkLst>
            <pc:docMk/>
            <pc:sldMk cId="0" sldId="264"/>
            <ac:picMk id="33" creationId="{712EF160-0069-E4F3-ED0F-0B0FEB357818}"/>
          </ac:picMkLst>
        </pc:picChg>
        <pc:picChg chg="add del mod modCrop">
          <ac:chgData name="Alison Montellanos" userId="e6baeaa7b199bff6" providerId="LiveId" clId="{855663C3-7DC4-41A5-ACD6-CCF8B42239F1}" dt="2026-02-26T08:25:23.748" v="719" actId="478"/>
          <ac:picMkLst>
            <pc:docMk/>
            <pc:sldMk cId="0" sldId="264"/>
            <ac:picMk id="35" creationId="{3F85E6AA-9354-CC9B-22F0-8F4F85F98ACF}"/>
          </ac:picMkLst>
        </pc:picChg>
        <pc:picChg chg="add mod ord modCrop">
          <ac:chgData name="Alison Montellanos" userId="e6baeaa7b199bff6" providerId="LiveId" clId="{855663C3-7DC4-41A5-ACD6-CCF8B42239F1}" dt="2026-02-26T08:26:40.565" v="732" actId="167"/>
          <ac:picMkLst>
            <pc:docMk/>
            <pc:sldMk cId="0" sldId="264"/>
            <ac:picMk id="37" creationId="{1C4E6B89-F1AC-065A-5D0E-1407B0FEF17E}"/>
          </ac:picMkLst>
        </pc:picChg>
        <pc:picChg chg="add mod modCrop">
          <ac:chgData name="Alison Montellanos" userId="e6baeaa7b199bff6" providerId="LiveId" clId="{855663C3-7DC4-41A5-ACD6-CCF8B42239F1}" dt="2026-02-26T08:27:45.348" v="747" actId="1076"/>
          <ac:picMkLst>
            <pc:docMk/>
            <pc:sldMk cId="0" sldId="264"/>
            <ac:picMk id="39" creationId="{E8B581F6-762E-112E-48CF-5450066356C2}"/>
          </ac:picMkLst>
        </pc:picChg>
      </pc:sldChg>
      <pc:sldChg chg="addSp delSp modSp mod">
        <pc:chgData name="Alison Montellanos" userId="e6baeaa7b199bff6" providerId="LiveId" clId="{855663C3-7DC4-41A5-ACD6-CCF8B42239F1}" dt="2026-02-26T08:35:47.083" v="790" actId="14861"/>
        <pc:sldMkLst>
          <pc:docMk/>
          <pc:sldMk cId="0" sldId="265"/>
        </pc:sldMkLst>
        <pc:spChg chg="mod">
          <ac:chgData name="Alison Montellanos" userId="e6baeaa7b199bff6" providerId="LiveId" clId="{855663C3-7DC4-41A5-ACD6-CCF8B42239F1}" dt="2026-02-26T08:35:47.083" v="790" actId="14861"/>
          <ac:spMkLst>
            <pc:docMk/>
            <pc:sldMk cId="0" sldId="265"/>
            <ac:spMk id="4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35:47.083" v="790" actId="14861"/>
          <ac:spMkLst>
            <pc:docMk/>
            <pc:sldMk cId="0" sldId="265"/>
            <ac:spMk id="5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35:47.083" v="790" actId="14861"/>
          <ac:spMkLst>
            <pc:docMk/>
            <pc:sldMk cId="0" sldId="265"/>
            <ac:spMk id="6" creationId="{00000000-0000-0000-0000-000000000000}"/>
          </ac:spMkLst>
        </pc:spChg>
        <pc:spChg chg="del">
          <ac:chgData name="Alison Montellanos" userId="e6baeaa7b199bff6" providerId="LiveId" clId="{855663C3-7DC4-41A5-ACD6-CCF8B42239F1}" dt="2026-02-26T06:57:45.363" v="191" actId="478"/>
          <ac:spMkLst>
            <pc:docMk/>
            <pc:sldMk cId="0" sldId="265"/>
            <ac:spMk id="8" creationId="{00000000-0000-0000-0000-000000000000}"/>
          </ac:spMkLst>
        </pc:spChg>
        <pc:spChg chg="mod ord">
          <ac:chgData name="Alison Montellanos" userId="e6baeaa7b199bff6" providerId="LiveId" clId="{855663C3-7DC4-41A5-ACD6-CCF8B42239F1}" dt="2026-02-26T06:58:21.646" v="201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Alison Montellanos" userId="e6baeaa7b199bff6" providerId="LiveId" clId="{855663C3-7DC4-41A5-ACD6-CCF8B42239F1}" dt="2026-02-26T08:35:47.083" v="790" actId="14861"/>
          <ac:spMkLst>
            <pc:docMk/>
            <pc:sldMk cId="0" sldId="265"/>
            <ac:spMk id="13" creationId="{AE5C7AA0-0A6A-C1DE-D074-3F2E4CCE9E73}"/>
          </ac:spMkLst>
        </pc:spChg>
        <pc:spChg chg="mod">
          <ac:chgData name="Alison Montellanos" userId="e6baeaa7b199bff6" providerId="LiveId" clId="{855663C3-7DC4-41A5-ACD6-CCF8B42239F1}" dt="2026-02-26T08:23:38.696" v="713" actId="1076"/>
          <ac:spMkLst>
            <pc:docMk/>
            <pc:sldMk cId="0" sldId="265"/>
            <ac:spMk id="15" creationId="{0E0F3F08-E24D-CE3C-261F-11807CD17503}"/>
          </ac:spMkLst>
        </pc:spChg>
        <pc:spChg chg="add mod">
          <ac:chgData name="Alison Montellanos" userId="e6baeaa7b199bff6" providerId="LiveId" clId="{855663C3-7DC4-41A5-ACD6-CCF8B42239F1}" dt="2026-02-26T08:35:17.725" v="789" actId="207"/>
          <ac:spMkLst>
            <pc:docMk/>
            <pc:sldMk cId="0" sldId="265"/>
            <ac:spMk id="16" creationId="{F9023C75-DC52-7111-DF07-B3B58ED420BA}"/>
          </ac:spMkLst>
        </pc:spChg>
        <pc:spChg chg="add mod">
          <ac:chgData name="Alison Montellanos" userId="e6baeaa7b199bff6" providerId="LiveId" clId="{855663C3-7DC4-41A5-ACD6-CCF8B42239F1}" dt="2026-02-26T06:07:38.259" v="29" actId="20577"/>
          <ac:spMkLst>
            <pc:docMk/>
            <pc:sldMk cId="0" sldId="265"/>
            <ac:spMk id="17" creationId="{2E099947-1D66-23AE-F793-857FAA4A0D8C}"/>
          </ac:spMkLst>
        </pc:spChg>
        <pc:picChg chg="del">
          <ac:chgData name="Alison Montellanos" userId="e6baeaa7b199bff6" providerId="LiveId" clId="{855663C3-7DC4-41A5-ACD6-CCF8B42239F1}" dt="2026-02-26T08:23:34.524" v="712" actId="478"/>
          <ac:picMkLst>
            <pc:docMk/>
            <pc:sldMk cId="0" sldId="265"/>
            <ac:picMk id="3" creationId="{00000000-0000-0000-0000-000000000000}"/>
          </ac:picMkLst>
        </pc:picChg>
        <pc:picChg chg="add del mod">
          <ac:chgData name="Alison Montellanos" userId="e6baeaa7b199bff6" providerId="LiveId" clId="{855663C3-7DC4-41A5-ACD6-CCF8B42239F1}" dt="2026-02-26T08:25:05.296" v="715" actId="478"/>
          <ac:picMkLst>
            <pc:docMk/>
            <pc:sldMk cId="0" sldId="265"/>
            <ac:picMk id="7" creationId="{0027EB58-C7BC-FD9B-3FBC-3D1201FC847A}"/>
          </ac:picMkLst>
        </pc:picChg>
        <pc:picChg chg="add mod ord modCrop">
          <ac:chgData name="Alison Montellanos" userId="e6baeaa7b199bff6" providerId="LiveId" clId="{855663C3-7DC4-41A5-ACD6-CCF8B42239F1}" dt="2026-02-26T08:32:51.047" v="772" actId="167"/>
          <ac:picMkLst>
            <pc:docMk/>
            <pc:sldMk cId="0" sldId="265"/>
            <ac:picMk id="10" creationId="{0982EB58-D387-4ED2-036F-EF1AED3CED14}"/>
          </ac:picMkLst>
        </pc:picChg>
        <pc:picChg chg="add del mod">
          <ac:chgData name="Alison Montellanos" userId="e6baeaa7b199bff6" providerId="LiveId" clId="{855663C3-7DC4-41A5-ACD6-CCF8B42239F1}" dt="2026-02-26T08:30:40.201" v="752" actId="478"/>
          <ac:picMkLst>
            <pc:docMk/>
            <pc:sldMk cId="0" sldId="265"/>
            <ac:picMk id="12" creationId="{B498E0BA-F34D-A6E8-865C-789343BA3158}"/>
          </ac:picMkLst>
        </pc:picChg>
        <pc:picChg chg="del">
          <ac:chgData name="Alison Montellanos" userId="e6baeaa7b199bff6" providerId="LiveId" clId="{855663C3-7DC4-41A5-ACD6-CCF8B42239F1}" dt="2026-02-26T06:39:13.433" v="34" actId="21"/>
          <ac:picMkLst>
            <pc:docMk/>
            <pc:sldMk cId="0" sldId="265"/>
            <ac:picMk id="14" creationId="{9AA0E0E2-6BC2-50F5-E434-1B95C4EA36DA}"/>
          </ac:picMkLst>
        </pc:picChg>
        <pc:picChg chg="add mod modCrop">
          <ac:chgData name="Alison Montellanos" userId="e6baeaa7b199bff6" providerId="LiveId" clId="{855663C3-7DC4-41A5-ACD6-CCF8B42239F1}" dt="2026-02-26T08:34:59.447" v="788" actId="1076"/>
          <ac:picMkLst>
            <pc:docMk/>
            <pc:sldMk cId="0" sldId="265"/>
            <ac:picMk id="18" creationId="{1D60F1BE-7A31-4DA1-2833-3B4592CC43D3}"/>
          </ac:picMkLst>
        </pc:picChg>
      </pc:sldChg>
      <pc:sldChg chg="add del">
        <pc:chgData name="Alison Montellanos" userId="e6baeaa7b199bff6" providerId="LiveId" clId="{855663C3-7DC4-41A5-ACD6-CCF8B42239F1}" dt="2026-02-26T06:06:06.690" v="9"/>
        <pc:sldMkLst>
          <pc:docMk/>
          <pc:sldMk cId="2704700679" sldId="266"/>
        </pc:sldMkLst>
      </pc:sldChg>
      <pc:sldChg chg="addSp delSp modSp new mod">
        <pc:chgData name="Alison Montellanos" userId="e6baeaa7b199bff6" providerId="LiveId" clId="{855663C3-7DC4-41A5-ACD6-CCF8B42239F1}" dt="2026-02-26T08:50:52.405" v="903" actId="1076"/>
        <pc:sldMkLst>
          <pc:docMk/>
          <pc:sldMk cId="3181068608" sldId="266"/>
        </pc:sldMkLst>
        <pc:spChg chg="add mod">
          <ac:chgData name="Alison Montellanos" userId="e6baeaa7b199bff6" providerId="LiveId" clId="{855663C3-7DC4-41A5-ACD6-CCF8B42239F1}" dt="2026-02-26T08:41:34.615" v="807"/>
          <ac:spMkLst>
            <pc:docMk/>
            <pc:sldMk cId="3181068608" sldId="266"/>
            <ac:spMk id="4" creationId="{56A6AFEC-6E4E-D2D4-830D-80E5FD8F0DA3}"/>
          </ac:spMkLst>
        </pc:spChg>
        <pc:spChg chg="add del mod">
          <ac:chgData name="Alison Montellanos" userId="e6baeaa7b199bff6" providerId="LiveId" clId="{855663C3-7DC4-41A5-ACD6-CCF8B42239F1}" dt="2026-02-26T08:43:32.732" v="845"/>
          <ac:spMkLst>
            <pc:docMk/>
            <pc:sldMk cId="3181068608" sldId="266"/>
            <ac:spMk id="9" creationId="{A8058F59-6A0F-B44F-74E5-E08F00A86A95}"/>
          </ac:spMkLst>
        </pc:spChg>
        <pc:spChg chg="add del mod">
          <ac:chgData name="Alison Montellanos" userId="e6baeaa7b199bff6" providerId="LiveId" clId="{855663C3-7DC4-41A5-ACD6-CCF8B42239F1}" dt="2026-02-26T08:46:32.097" v="870" actId="478"/>
          <ac:spMkLst>
            <pc:docMk/>
            <pc:sldMk cId="3181068608" sldId="266"/>
            <ac:spMk id="10" creationId="{71973450-BEEA-0A14-C650-3B602F20205E}"/>
          </ac:spMkLst>
        </pc:spChg>
        <pc:spChg chg="add mod">
          <ac:chgData name="Alison Montellanos" userId="e6baeaa7b199bff6" providerId="LiveId" clId="{855663C3-7DC4-41A5-ACD6-CCF8B42239F1}" dt="2026-02-26T08:50:48.552" v="902" actId="1076"/>
          <ac:spMkLst>
            <pc:docMk/>
            <pc:sldMk cId="3181068608" sldId="266"/>
            <ac:spMk id="12" creationId="{850CDFF6-AA84-C2E5-B160-A875D1F70D63}"/>
          </ac:spMkLst>
        </pc:spChg>
        <pc:picChg chg="add mod modCrop">
          <ac:chgData name="Alison Montellanos" userId="e6baeaa7b199bff6" providerId="LiveId" clId="{855663C3-7DC4-41A5-ACD6-CCF8B42239F1}" dt="2026-02-26T08:41:21.082" v="806" actId="14100"/>
          <ac:picMkLst>
            <pc:docMk/>
            <pc:sldMk cId="3181068608" sldId="266"/>
            <ac:picMk id="3" creationId="{724A9E83-D117-D18B-F0ED-2E131C661778}"/>
          </ac:picMkLst>
        </pc:picChg>
        <pc:picChg chg="add del mod">
          <ac:chgData name="Alison Montellanos" userId="e6baeaa7b199bff6" providerId="LiveId" clId="{855663C3-7DC4-41A5-ACD6-CCF8B42239F1}" dt="2026-02-26T08:41:55.527" v="809" actId="478"/>
          <ac:picMkLst>
            <pc:docMk/>
            <pc:sldMk cId="3181068608" sldId="266"/>
            <ac:picMk id="6" creationId="{A25BA411-0B56-BE65-4765-6C5C369E7F37}"/>
          </ac:picMkLst>
        </pc:picChg>
        <pc:picChg chg="add mod modCrop">
          <ac:chgData name="Alison Montellanos" userId="e6baeaa7b199bff6" providerId="LiveId" clId="{855663C3-7DC4-41A5-ACD6-CCF8B42239F1}" dt="2026-02-26T08:50:52.405" v="903" actId="1076"/>
          <ac:picMkLst>
            <pc:docMk/>
            <pc:sldMk cId="3181068608" sldId="266"/>
            <ac:picMk id="8" creationId="{DA4A138C-7D9B-3106-631A-03B05CFF103A}"/>
          </ac:picMkLst>
        </pc:picChg>
        <pc:picChg chg="add del mod">
          <ac:chgData name="Alison Montellanos" userId="e6baeaa7b199bff6" providerId="LiveId" clId="{855663C3-7DC4-41A5-ACD6-CCF8B42239F1}" dt="2026-02-26T08:49:34.395" v="893" actId="478"/>
          <ac:picMkLst>
            <pc:docMk/>
            <pc:sldMk cId="3181068608" sldId="266"/>
            <ac:picMk id="14" creationId="{C9B7678A-7477-B335-4D65-4AA3C1D66697}"/>
          </ac:picMkLst>
        </pc:picChg>
        <pc:picChg chg="add mod modCrop">
          <ac:chgData name="Alison Montellanos" userId="e6baeaa7b199bff6" providerId="LiveId" clId="{855663C3-7DC4-41A5-ACD6-CCF8B42239F1}" dt="2026-02-26T08:50:44.904" v="901" actId="1076"/>
          <ac:picMkLst>
            <pc:docMk/>
            <pc:sldMk cId="3181068608" sldId="266"/>
            <ac:picMk id="16" creationId="{756F1C98-DB4F-5A62-E236-07AA389D1B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81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2470CD5D-F508-E814-2F82-6E38FF97A4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46" b="4861"/>
          <a:stretch>
            <a:fillRect/>
          </a:stretch>
        </p:blipFill>
        <p:spPr>
          <a:xfrm>
            <a:off x="1" y="0"/>
            <a:ext cx="14630400" cy="822960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94336577-DEC9-80CD-1EC7-5506F14BC835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7A64D98-7377-EE4E-F80E-258A8AC7D3E3}"/>
              </a:ext>
            </a:extLst>
          </p:cNvPr>
          <p:cNvSpPr txBox="1"/>
          <p:nvPr/>
        </p:nvSpPr>
        <p:spPr>
          <a:xfrm>
            <a:off x="5505450" y="-3"/>
            <a:ext cx="7353300" cy="433965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es-ES" sz="13800" b="1" dirty="0">
                <a:solidFill>
                  <a:schemeClr val="bg1"/>
                </a:solidFill>
                <a:latin typeface="Eras Bold ITC" panose="020B0907030504020204" pitchFamily="34" charset="0"/>
                <a:ea typeface="Inconsolata Bold" pitchFamily="1" charset="0"/>
              </a:rPr>
              <a:t>SEA UN LIDER</a:t>
            </a:r>
            <a:endParaRPr lang="es-BO" sz="13800" b="1" dirty="0">
              <a:solidFill>
                <a:schemeClr val="bg1"/>
              </a:solidFill>
              <a:latin typeface="Eras Bold ITC" panose="020B0907030504020204" pitchFamily="34" charset="0"/>
              <a:ea typeface="Inconsolata Bold" pitchFamily="1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2048566-AEA7-3FE5-66A8-73DBAABC120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953500" y="3828989"/>
            <a:ext cx="5715001" cy="4858839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8C5AEAB-12B4-0E5A-E028-02BE118101C0}"/>
              </a:ext>
            </a:extLst>
          </p:cNvPr>
          <p:cNvSpPr txBox="1"/>
          <p:nvPr/>
        </p:nvSpPr>
        <p:spPr>
          <a:xfrm>
            <a:off x="9527042" y="4827247"/>
            <a:ext cx="4567916" cy="286232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CÓMO CAMBIAR A LOS DEMÁS SIN OFENDERLOS NI DESPERTAR RESENTIMIENTOS.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374396F0-CAEC-2DDA-A41B-874229CCA8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53" b="2893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FA80B27F-C697-D3A6-6828-CF54165A23E9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Rectángulo: esquinas superiores cortadas 27">
            <a:extLst>
              <a:ext uri="{FF2B5EF4-FFF2-40B4-BE49-F238E27FC236}">
                <a16:creationId xmlns:a16="http://schemas.microsoft.com/office/drawing/2014/main" id="{2ABA54C4-2882-D6BB-FB10-40535CECB7DA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rgbClr val="FFC5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" name="Text 1"/>
          <p:cNvSpPr/>
          <p:nvPr/>
        </p:nvSpPr>
        <p:spPr>
          <a:xfrm>
            <a:off x="523101" y="1542038"/>
            <a:ext cx="13584197" cy="725805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Antes de señalar un área de mejora, cree un ambiente positivo. Un reconocimiento genuino no solo abre la mente de la otra persona, sino que también refuerza su autoestima y la predisposición a escuchar.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695450" y="2839887"/>
            <a:ext cx="3683913" cy="35433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Fundamentos de la conexión</a:t>
            </a:r>
            <a:endParaRPr lang="en-US" sz="28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95450" y="3330305"/>
            <a:ext cx="6858476" cy="1088708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El elogio sincero es la piedra angular de cualquier conversación difícil. Demuestra que valora a la persona, no solo su rendimiento.</a:t>
            </a:r>
            <a:endParaRPr lang="en-US" sz="20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695450" y="4912455"/>
            <a:ext cx="2835235" cy="35433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Construya confianza</a:t>
            </a:r>
            <a:endParaRPr lang="en-US" sz="28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695450" y="5402873"/>
            <a:ext cx="6547009" cy="1088708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Al iniciar con una nota positiva, establece una base de confianza que hace que la retroalimentación sea vista como una ayuda y no como un ataque.</a:t>
            </a:r>
            <a:endParaRPr lang="en-US" sz="20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1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816549" y="7644823"/>
            <a:ext cx="4425910" cy="362903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EMPIECE CON ELOGIO Y APRECIO SINCERO.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05A4125-3C68-1639-207B-F9DF64FAF80C}"/>
              </a:ext>
            </a:extLst>
          </p:cNvPr>
          <p:cNvSpPr txBox="1"/>
          <p:nvPr/>
        </p:nvSpPr>
        <p:spPr>
          <a:xfrm>
            <a:off x="2066925" y="305189"/>
            <a:ext cx="10496550" cy="107721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BO" sz="3200" b="1" dirty="0">
                <a:solidFill>
                  <a:schemeClr val="bg1"/>
                </a:solidFill>
                <a:latin typeface="Eras Bold ITC" panose="020B0907030504020204" pitchFamily="34" charset="0"/>
              </a:rPr>
              <a:t>SI TIENE USTED QUE ENCONTRAR DEFECTOS, ESTA ES LA MANERA DE</a:t>
            </a:r>
            <a:r>
              <a:rPr lang="es-BO" sz="3200" dirty="0">
                <a:solidFill>
                  <a:schemeClr val="bg1"/>
                </a:solidFill>
                <a:latin typeface="Eras Bold ITC" panose="020B0907030504020204" pitchFamily="34" charset="0"/>
              </a:rPr>
              <a:t> </a:t>
            </a:r>
            <a:r>
              <a:rPr lang="es-BO" sz="3200" b="1" dirty="0">
                <a:solidFill>
                  <a:schemeClr val="bg1"/>
                </a:solidFill>
                <a:latin typeface="Eras Bold ITC" panose="020B0907030504020204" pitchFamily="34" charset="0"/>
              </a:rPr>
              <a:t>EMPEZAR</a:t>
            </a:r>
            <a:endParaRPr lang="es-BO" sz="32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79ED1D4-84B5-C0E8-22D6-4FE76F9B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48993">
            <a:off x="9589623" y="2669922"/>
            <a:ext cx="4485064" cy="44850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6A7D8593-BBA2-6215-3B5B-BE7B3864AEEC}"/>
              </a:ext>
            </a:extLst>
          </p:cNvPr>
          <p:cNvSpPr/>
          <p:nvPr/>
        </p:nvSpPr>
        <p:spPr>
          <a:xfrm>
            <a:off x="1242923" y="4907905"/>
            <a:ext cx="152400" cy="1583676"/>
          </a:xfrm>
          <a:prstGeom prst="rect">
            <a:avLst/>
          </a:prstGeom>
          <a:solidFill>
            <a:srgbClr val="EB70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7FE70FE-FD3A-73DD-E0D1-FE6FD342CDE8}"/>
              </a:ext>
            </a:extLst>
          </p:cNvPr>
          <p:cNvSpPr/>
          <p:nvPr/>
        </p:nvSpPr>
        <p:spPr>
          <a:xfrm>
            <a:off x="1242923" y="2839887"/>
            <a:ext cx="152400" cy="1583676"/>
          </a:xfrm>
          <a:prstGeom prst="rect">
            <a:avLst/>
          </a:prstGeom>
          <a:solidFill>
            <a:srgbClr val="EB70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D8791F-87A4-8D9E-1F82-0118310D8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1" t="2730" r="2795" b="14856"/>
          <a:stretch>
            <a:fillRect/>
          </a:stretch>
        </p:blipFill>
        <p:spPr>
          <a:xfrm>
            <a:off x="0" y="2"/>
            <a:ext cx="14630400" cy="822959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C24538D-68DA-96C2-02A7-2468ADF2595F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" name="Text 1"/>
          <p:cNvSpPr/>
          <p:nvPr/>
        </p:nvSpPr>
        <p:spPr>
          <a:xfrm>
            <a:off x="5534526" y="1324067"/>
            <a:ext cx="8826129" cy="972503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La crítica directa a menudo hiere el ego y genera resistencia. En cambio, una sugerencia sutil invita a la autorreflexión y al cambio voluntario. </a:t>
            </a: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Critique el comportamiento, no a la persona.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34526" y="2636163"/>
            <a:ext cx="8826130" cy="1990963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Evite el "pero":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Reemplace "pero" por "y". Por ejemplo, "Bien hecho en matemáticas, y si sigues así, álgebra subirá igual". Esto mantiene el elogio sincero y sugiere mejora sin anular lo bueno.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Reconozca el esfuerzo: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La dueña de casa que elogió a los obreros por dejar el patio "lindo" después de que ella recogiera la basura, vio cómo ellos mismos limpiaron después, buscando su aprobación.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89245" y="5509053"/>
            <a:ext cx="3018830" cy="26967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EL EJEMPLO DE CHARLES SCHWAB</a:t>
            </a:r>
            <a:endParaRPr lang="en-US" sz="24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6695" y="5840254"/>
            <a:ext cx="12900522" cy="72937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Schwab encontró a empleados fumando bajo un cartel de "Prohibido fumar". En lugar de un regaño directo, dijo: "Les agradeceré mucho que fumen estos afuera", y les regaló cigarros. El resultado fue admiración, no enojo, y ellos mismos dejaron de fumar adentro.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A6CD07-D10A-CD2F-5DA4-3B94950C6FCC}"/>
              </a:ext>
            </a:extLst>
          </p:cNvPr>
          <p:cNvSpPr txBox="1"/>
          <p:nvPr/>
        </p:nvSpPr>
        <p:spPr>
          <a:xfrm>
            <a:off x="1791057" y="578534"/>
            <a:ext cx="11048286" cy="61927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CÓMO CRITICAR Y NO SER ODIADO POR ELLO</a:t>
            </a:r>
            <a:endParaRPr lang="es-BO" sz="3200" kern="100" dirty="0">
              <a:solidFill>
                <a:schemeClr val="bg1"/>
              </a:solidFill>
              <a:effectLst/>
              <a:latin typeface="Eras Bold ITC" panose="020B0907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ángulo: esquinas superiores cortadas 18">
            <a:extLst>
              <a:ext uri="{FF2B5EF4-FFF2-40B4-BE49-F238E27FC236}">
                <a16:creationId xmlns:a16="http://schemas.microsoft.com/office/drawing/2014/main" id="{32184CD2-27A8-7898-35B9-DA7752ADF6CD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rgbClr val="FFD7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595E892-862E-8278-A3B8-7BB4DBC822E2}"/>
              </a:ext>
            </a:extLst>
          </p:cNvPr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2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68540" y="7333914"/>
            <a:ext cx="7510701" cy="243126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LLAME LA ATENCIÓN SOBRE LOS</a:t>
            </a:r>
          </a:p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ERRORES DE LOS DEMÁS INDIRECTAMENTE.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0EB7D44-38A6-EA3D-B286-134437BCD5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87" t="4484" r="13887" b="7929"/>
          <a:stretch>
            <a:fillRect/>
          </a:stretch>
        </p:blipFill>
        <p:spPr>
          <a:xfrm>
            <a:off x="397454" y="1621005"/>
            <a:ext cx="4739618" cy="38265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51F4EA45-1629-B0BC-4CAD-4DD238B1DD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32" b="1734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461C27AD-190A-5D2C-88B1-2B285DF677C5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Rectángulo: esquinas superiores cortadas 29">
            <a:extLst>
              <a:ext uri="{FF2B5EF4-FFF2-40B4-BE49-F238E27FC236}">
                <a16:creationId xmlns:a16="http://schemas.microsoft.com/office/drawing/2014/main" id="{298FD83C-37DC-5B28-C16F-E49C55497828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" name="Text 1"/>
          <p:cNvSpPr/>
          <p:nvPr/>
        </p:nvSpPr>
        <p:spPr>
          <a:xfrm>
            <a:off x="1070567" y="1162424"/>
            <a:ext cx="12512083" cy="1286999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La humildad es una herramienta poderosa. Al reconocer sus propios errores, crea un ambiente de confianza y empatía que facilita la aceptación de la crítica. Nadie es perfecto, y admitir nuestras imperfecciones nos humaniza.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82309" y="2478310"/>
            <a:ext cx="2551748" cy="318849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Genera confianza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082309" y="2907292"/>
            <a:ext cx="7306628" cy="796206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Cuando mostramos vulnerabilidad, la otra persona se siente menos amenazada y más dispuesta a escuchar.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82310" y="3953080"/>
            <a:ext cx="4235980" cy="371208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Fomenta la receptividad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1082309" y="4382062"/>
            <a:ext cx="7693461" cy="665656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La crítica es mejor recibida cuando proviene de alguien que también reconoce sus propias imperfecciones.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082309" y="5351196"/>
            <a:ext cx="3140692" cy="42898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Motiva el cambio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1082309" y="5780178"/>
            <a:ext cx="7306628" cy="62055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Admitir los propios errores, incluso si no se han corregido, puede inspirar a otros a cambiar su conducta.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3816309" y="7487238"/>
            <a:ext cx="8122086" cy="74236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HABLE DE SUS PROPIOS ERRORES</a:t>
            </a:r>
          </a:p>
          <a:p>
            <a:pPr marL="0" indent="0" algn="ctr">
              <a:lnSpc>
                <a:spcPts val="24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ANTES DE CRITICAR LOS DE LOS DEMÁS.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9F01AD9-C2D1-C14C-09E4-9E0B7958A42C}"/>
              </a:ext>
            </a:extLst>
          </p:cNvPr>
          <p:cNvSpPr txBox="1"/>
          <p:nvPr/>
        </p:nvSpPr>
        <p:spPr>
          <a:xfrm>
            <a:off x="2192833" y="314454"/>
            <a:ext cx="9592985" cy="61927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HABLE PRIMERO DE SUS PROPIOS ERRORES</a:t>
            </a:r>
            <a:endParaRPr lang="es-BO" sz="3200" kern="100" dirty="0">
              <a:solidFill>
                <a:schemeClr val="bg1"/>
              </a:solidFill>
              <a:effectLst/>
              <a:latin typeface="Eras Bold ITC" panose="020B0907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0925A976-6CA5-7A2B-6BF5-7AF66DF1E9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45" t="11346" r="8179" b="11805"/>
          <a:stretch>
            <a:fillRect/>
          </a:stretch>
        </p:blipFill>
        <p:spPr>
          <a:xfrm rot="427961">
            <a:off x="9168587" y="2215578"/>
            <a:ext cx="5337328" cy="4832552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8CC7E961-23AB-E8D9-5900-F30CBCD0986F}"/>
              </a:ext>
            </a:extLst>
          </p:cNvPr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3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CBA4B977-4260-25BB-A75B-3E669AF4AA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53" b="5272"/>
          <a:stretch>
            <a:fillRect/>
          </a:stretch>
        </p:blipFill>
        <p:spPr>
          <a:xfrm>
            <a:off x="-1" y="0"/>
            <a:ext cx="14630400" cy="82296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58900AD-7248-F228-A9C3-45597B34884A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FB471A-2DE7-0771-98F9-AD1F36394CA5}"/>
              </a:ext>
            </a:extLst>
          </p:cNvPr>
          <p:cNvSpPr txBox="1"/>
          <p:nvPr/>
        </p:nvSpPr>
        <p:spPr>
          <a:xfrm>
            <a:off x="2705099" y="464729"/>
            <a:ext cx="9220200" cy="61927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NADIE LE AGRADA RECIBIR ORDENES</a:t>
            </a:r>
            <a:endParaRPr lang="es-BO" sz="3200" kern="100" dirty="0">
              <a:solidFill>
                <a:schemeClr val="bg1"/>
              </a:solidFill>
              <a:effectLst/>
              <a:latin typeface="Eras Bold ITC" panose="020B0907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2D7B7C9-D26B-478F-EA50-EEC00B0F8E99}"/>
              </a:ext>
            </a:extLst>
          </p:cNvPr>
          <p:cNvSpPr txBox="1"/>
          <p:nvPr/>
        </p:nvSpPr>
        <p:spPr>
          <a:xfrm>
            <a:off x="361995" y="1266543"/>
            <a:ext cx="13940436" cy="110799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r>
              <a:rPr lang="es-BO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</a:rPr>
              <a:t>“Muchas veces creemos que para que las cosas se hagan bien, debemos dar órdenes directas. Pero la verdad es que a nadie le agrada recibir órdenes. Cuando imponemos algo, lo único que logramos muchas veces es generar molestia, resistencia o resentimiento.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D5B9FF8-B0A4-902A-B22A-2283476397EB}"/>
              </a:ext>
            </a:extLst>
          </p:cNvPr>
          <p:cNvSpPr txBox="1"/>
          <p:nvPr/>
        </p:nvSpPr>
        <p:spPr>
          <a:xfrm>
            <a:off x="361994" y="2125474"/>
            <a:ext cx="10096455" cy="212365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endParaRPr lang="es-BO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  <a:p>
            <a:r>
              <a:rPr lang="es-BO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</a:rPr>
              <a:t>En cambio, cuando hacemos preguntas como: ‘¿Qué opinas?’, ‘¿Cómo crees que podríamos hacerlo mejor?’, o ‘¿Te parece bien si lo intentamos así?’, la otra persona se siente tomada en cuenta. Se siente importante. Y cuando alguien se siente valorado, coopera con más disposición.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90A7B4A-39D1-ADC2-58F1-A0325071FD6C}"/>
              </a:ext>
            </a:extLst>
          </p:cNvPr>
          <p:cNvSpPr txBox="1"/>
          <p:nvPr/>
        </p:nvSpPr>
        <p:spPr>
          <a:xfrm>
            <a:off x="361995" y="4345486"/>
            <a:ext cx="9050967" cy="144655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r>
              <a:rPr lang="es-BO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</a:rPr>
              <a:t>Dar órdenes puede funcionar a corto plazo, pero hacer preguntas construye respeto, confianza y trabajo en equipo. Además, las preguntas fomentan la creatividad, porque permiten que los demás aporten ideas y soluciones.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F13B6CF-2773-8088-1A19-B18212082570}"/>
              </a:ext>
            </a:extLst>
          </p:cNvPr>
          <p:cNvSpPr txBox="1"/>
          <p:nvPr/>
        </p:nvSpPr>
        <p:spPr>
          <a:xfrm>
            <a:off x="361995" y="5850905"/>
            <a:ext cx="8665667" cy="1107996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r>
              <a:rPr lang="es-BO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</a:rPr>
              <a:t>Por eso, un buen líder no impone, sino que guía. No obliga, sino que sugiere. Y en lugar de decir ‘hazlo’, pregunta ‘¿cómo podemos hacerlo mejor?’.”</a:t>
            </a:r>
          </a:p>
        </p:txBody>
      </p:sp>
      <p:sp>
        <p:nvSpPr>
          <p:cNvPr id="28" name="Rectángulo: esquinas superiores cortadas 27">
            <a:extLst>
              <a:ext uri="{FF2B5EF4-FFF2-40B4-BE49-F238E27FC236}">
                <a16:creationId xmlns:a16="http://schemas.microsoft.com/office/drawing/2014/main" id="{F1B09CE0-8ADA-FB4D-9772-D313A0BF5956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rgbClr val="6FAA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278C0169-A191-0851-55D4-5953DDD148FB}"/>
              </a:ext>
            </a:extLst>
          </p:cNvPr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4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B0E5939-7D4E-414B-1289-D857739085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153" r="16084"/>
          <a:stretch>
            <a:fillRect/>
          </a:stretch>
        </p:blipFill>
        <p:spPr>
          <a:xfrm>
            <a:off x="9454306" y="1818053"/>
            <a:ext cx="5378179" cy="55362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Text 5"/>
          <p:cNvSpPr/>
          <p:nvPr/>
        </p:nvSpPr>
        <p:spPr>
          <a:xfrm>
            <a:off x="5920250" y="7796589"/>
            <a:ext cx="4195525" cy="374928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HAGA PREGUNTAS EN VEZ DE DAR ÓRDENES.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n 40">
            <a:extLst>
              <a:ext uri="{FF2B5EF4-FFF2-40B4-BE49-F238E27FC236}">
                <a16:creationId xmlns:a16="http://schemas.microsoft.com/office/drawing/2014/main" id="{026EB8FD-0C1E-4300-4804-E0FE544A33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"/>
          <a:stretch>
            <a:fillRect/>
          </a:stretch>
        </p:blipFill>
        <p:spPr>
          <a:xfrm>
            <a:off x="7210" y="0"/>
            <a:ext cx="14630400" cy="8229600"/>
          </a:xfrm>
          <a:prstGeom prst="rect">
            <a:avLst/>
          </a:prstGeom>
        </p:spPr>
      </p:pic>
      <p:sp>
        <p:nvSpPr>
          <p:cNvPr id="42" name="Rectángulo 41">
            <a:extLst>
              <a:ext uri="{FF2B5EF4-FFF2-40B4-BE49-F238E27FC236}">
                <a16:creationId xmlns:a16="http://schemas.microsoft.com/office/drawing/2014/main" id="{4ADACC36-201B-C19B-940D-AF0390DD9FD8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Text 6"/>
          <p:cNvSpPr/>
          <p:nvPr/>
        </p:nvSpPr>
        <p:spPr>
          <a:xfrm>
            <a:off x="5105279" y="1189187"/>
            <a:ext cx="4434262" cy="41194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Caso Charles Steinmetz</a:t>
            </a:r>
            <a:endParaRPr lang="en-US" sz="3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65397" y="1576538"/>
            <a:ext cx="13453678" cy="54437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GE lo mantuvo como "Ingeniero Consultor" sin quitarle el trabajo, demostrando cómo valorar el talento sin humillar.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97" y="1179662"/>
            <a:ext cx="492249" cy="354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33937" y="2508289"/>
            <a:ext cx="4434413" cy="435588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Marshall A. Granger</a:t>
            </a:r>
            <a:endParaRPr lang="en-US" sz="3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3880896" y="2914694"/>
            <a:ext cx="10248900" cy="684276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Cambió despidos temporales por reconocimiento, logrando que los empleados se fueran con una actitud positiva y dispuestos a regresar.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730" y="3224278"/>
            <a:ext cx="492248" cy="39769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751144" y="3985390"/>
            <a:ext cx="2113957" cy="33745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Fred Clark</a:t>
            </a:r>
            <a:endParaRPr lang="en-US" sz="3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5339428" y="4355442"/>
            <a:ext cx="8937390" cy="102311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Un vicepresidente atacó a un supervisor, destruyendo su motivación y haciendo que se fuera a la competencia. Un ejemplo de lo que hay que evitar.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603" y="3366441"/>
            <a:ext cx="469575" cy="37909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928896" y="5671750"/>
            <a:ext cx="4152900" cy="43558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Anna Mazzone</a:t>
            </a:r>
            <a:endParaRPr lang="en-US" sz="3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4673115" y="6081290"/>
            <a:ext cx="10040695" cy="435588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Su jefe la defendió de un error, atribuyéndolo a la falta de experiencia, motivándola a dar lo mejor de sí.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A2F43CF-75B8-6AE8-9798-D62A49EBC9FE}"/>
              </a:ext>
            </a:extLst>
          </p:cNvPr>
          <p:cNvSpPr txBox="1"/>
          <p:nvPr/>
        </p:nvSpPr>
        <p:spPr>
          <a:xfrm>
            <a:off x="1184809" y="442670"/>
            <a:ext cx="12247159" cy="61927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PERMITA QUE LA OTRA PERSONA SALVE SU PRESTIGIO</a:t>
            </a:r>
            <a:endParaRPr lang="es-BO" sz="3200" kern="100" dirty="0">
              <a:solidFill>
                <a:schemeClr val="bg1"/>
              </a:solidFill>
              <a:effectLst/>
              <a:latin typeface="Eras Bold ITC" panose="020B0907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ángulo: esquinas superiores cortadas 43">
            <a:extLst>
              <a:ext uri="{FF2B5EF4-FFF2-40B4-BE49-F238E27FC236}">
                <a16:creationId xmlns:a16="http://schemas.microsoft.com/office/drawing/2014/main" id="{2B0C7B31-2866-ABC4-4B63-BDDF998E7A41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rgbClr val="8282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2991FAB2-B9A3-EA74-21DD-7DFF8DF99327}"/>
              </a:ext>
            </a:extLst>
          </p:cNvPr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5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3" name="Text 22"/>
          <p:cNvSpPr/>
          <p:nvPr/>
        </p:nvSpPr>
        <p:spPr>
          <a:xfrm>
            <a:off x="5035060" y="7353240"/>
            <a:ext cx="6302097" cy="424611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PERMITA QUE LA OTRA PERSONA</a:t>
            </a:r>
          </a:p>
          <a:p>
            <a:pPr marL="0" indent="0" algn="ctr"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SALVE SU PROPIO PRESTIGIO.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3735CA89-4FFD-1E33-82B4-4EBC9E9254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8" t="5308" r="18667"/>
          <a:stretch>
            <a:fillRect/>
          </a:stretch>
        </p:blipFill>
        <p:spPr>
          <a:xfrm>
            <a:off x="130494" y="3224278"/>
            <a:ext cx="4848143" cy="401755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B7056521-9C8E-08F4-F616-CED59E40E3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35" b="10137"/>
          <a:stretch>
            <a:fillRect/>
          </a:stretch>
        </p:blipFill>
        <p:spPr>
          <a:xfrm>
            <a:off x="0" y="955"/>
            <a:ext cx="14630400" cy="822757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1032C4C6-A4F6-6B63-3C91-8F89FE681E21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" name="Text 1"/>
          <p:cNvSpPr/>
          <p:nvPr/>
        </p:nvSpPr>
        <p:spPr>
          <a:xfrm>
            <a:off x="793789" y="1193064"/>
            <a:ext cx="13042821" cy="62055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El refuerzo positivo es un motor poderoso para el cambio y el crecimiento. Reconocer y celebrar cada avance, por mínimo que sea, construye la confianza y motiva a seguir adelante. Sea "caluroso en su aprobación y generoso en sus elogios".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91781" y="2554289"/>
            <a:ext cx="2551748" cy="318849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PEQUEÑOS LOGROS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91781" y="2983272"/>
            <a:ext cx="7499152" cy="31027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Cada paso cuenta. Reconozca el esfuerzo y el </a:t>
            </a:r>
            <a:r>
              <a:rPr lang="en-US" sz="2200" dirty="0" err="1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progreso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,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no solo el resultado final.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289743" y="3763831"/>
            <a:ext cx="7831217" cy="49878"/>
          </a:xfrm>
          <a:prstGeom prst="roundRect">
            <a:avLst>
              <a:gd name="adj" fmla="val 267907"/>
            </a:avLst>
          </a:prstGeom>
          <a:solidFill>
            <a:srgbClr val="003A53"/>
          </a:solidFill>
          <a:ln/>
        </p:spPr>
      </p:sp>
      <p:sp>
        <p:nvSpPr>
          <p:cNvPr id="11" name="Text 7"/>
          <p:cNvSpPr/>
          <p:nvPr/>
        </p:nvSpPr>
        <p:spPr>
          <a:xfrm>
            <a:off x="1391781" y="3913380"/>
            <a:ext cx="2551748" cy="318849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MOTIVACIÓN CONTINUA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391781" y="4342363"/>
            <a:ext cx="7977676" cy="318849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El elogio frecuente mantiene viva la llama del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2200" dirty="0" err="1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entusiasmo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y el deseo de mejorar.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391781" y="5234586"/>
            <a:ext cx="2551748" cy="318849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CONSTRUYE CONFIANZA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391781" y="5663568"/>
            <a:ext cx="7729180" cy="62055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Cuando las personas se sienten valoradas, se atreven a asumir nuevos retos y a salir de su zona de confort.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F7910D8-A310-3C68-4337-957733EC0D41}"/>
              </a:ext>
            </a:extLst>
          </p:cNvPr>
          <p:cNvSpPr txBox="1"/>
          <p:nvPr/>
        </p:nvSpPr>
        <p:spPr>
          <a:xfrm>
            <a:off x="560468" y="392460"/>
            <a:ext cx="12721389" cy="61927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CÓMO ESTIMULAR A LAS PERSONAS HACIA EL TRIUNFO</a:t>
            </a:r>
            <a:endParaRPr lang="es-BO" sz="3200" kern="100" dirty="0">
              <a:solidFill>
                <a:schemeClr val="bg1"/>
              </a:solidFill>
              <a:effectLst/>
              <a:latin typeface="Eras Bold ITC" panose="020B0907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ángulo: esquinas superiores cortadas 24">
            <a:extLst>
              <a:ext uri="{FF2B5EF4-FFF2-40B4-BE49-F238E27FC236}">
                <a16:creationId xmlns:a16="http://schemas.microsoft.com/office/drawing/2014/main" id="{61AF5F59-40B9-A6B5-6EDB-26E1187B74D6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rgbClr val="0039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7F33CAAA-4134-9295-76EE-A93025255B62}"/>
              </a:ext>
            </a:extLst>
          </p:cNvPr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6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141357" y="7477183"/>
            <a:ext cx="5759410" cy="41183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ELOGIE EL MÁS PEQUEÑO PROGRESO</a:t>
            </a:r>
          </a:p>
          <a:p>
            <a:pPr marL="0" indent="0" algn="ctr">
              <a:lnSpc>
                <a:spcPts val="24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Y, ADEMÁS, CADA PROGRESO.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C301E686-CE14-E34D-0349-65C754B1DBD4}"/>
              </a:ext>
            </a:extLst>
          </p:cNvPr>
          <p:cNvSpPr/>
          <p:nvPr/>
        </p:nvSpPr>
        <p:spPr>
          <a:xfrm>
            <a:off x="1289742" y="5085036"/>
            <a:ext cx="7831217" cy="49878"/>
          </a:xfrm>
          <a:prstGeom prst="roundRect">
            <a:avLst>
              <a:gd name="adj" fmla="val 267907"/>
            </a:avLst>
          </a:prstGeom>
          <a:solidFill>
            <a:srgbClr val="003A53"/>
          </a:solidFill>
          <a:ln/>
        </p:spPr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0080D53-137F-B13A-CA07-27C151DF1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8" r="13186"/>
          <a:stretch>
            <a:fillRect/>
          </a:stretch>
        </p:blipFill>
        <p:spPr>
          <a:xfrm rot="247231">
            <a:off x="8878475" y="2395508"/>
            <a:ext cx="5610172" cy="467759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EB380713-A554-113E-CA96-8ADC5E5D5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9718543-957D-F58F-4CDC-9ABE2305B602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" name="Text 1"/>
          <p:cNvSpPr/>
          <p:nvPr/>
        </p:nvSpPr>
        <p:spPr>
          <a:xfrm>
            <a:off x="7817239" y="1436055"/>
            <a:ext cx="6173623" cy="171164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Como dice el refrán: "Cría fama y échate a dormir". Atribuir a una persona una buena reputación, una cualidad positiva o una gran expectativa, la motivará a esforzarse por mantenerla y superarla. Es una poderosa forma de liderazgo por inspiración.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35153" y="3372512"/>
            <a:ext cx="6475293" cy="2967276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Expectativas positivas: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Las personas tienden a cumplir con las expectativas que se tienen de </a:t>
            </a:r>
            <a:r>
              <a:rPr lang="en-US" sz="2200" dirty="0" err="1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ellas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.</a:t>
            </a:r>
          </a:p>
          <a:p>
            <a:pPr algn="l">
              <a:lnSpc>
                <a:spcPts val="2200"/>
              </a:lnSpc>
              <a:buSzPct val="100000"/>
            </a:pP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Refuerzo de identidad: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Al ver que se les atribuye una cualidad deseable, las personas internalizan esa imagen y actúan en </a:t>
            </a:r>
            <a:r>
              <a:rPr lang="en-US" sz="2200" dirty="0" err="1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consecuencia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.</a:t>
            </a:r>
          </a:p>
          <a:p>
            <a:pPr algn="l">
              <a:lnSpc>
                <a:spcPts val="2200"/>
              </a:lnSpc>
              <a:buSzPct val="100000"/>
            </a:pP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Inspiración para el éxito: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Esta técnica fomenta el auto-mejoramiento y el deseo de estar a la altura de esa buena reputación.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EBC3EC0-5467-55D2-4DFA-0BF99A7B2B4A}"/>
              </a:ext>
            </a:extLst>
          </p:cNvPr>
          <p:cNvSpPr txBox="1"/>
          <p:nvPr/>
        </p:nvSpPr>
        <p:spPr>
          <a:xfrm>
            <a:off x="3657600" y="438536"/>
            <a:ext cx="7315200" cy="61927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CRÍA FAMA Y ÉCHATE A DORMIR</a:t>
            </a:r>
            <a:endParaRPr lang="es-BO" sz="3200" kern="100" dirty="0">
              <a:solidFill>
                <a:schemeClr val="bg1"/>
              </a:solidFill>
              <a:effectLst/>
              <a:latin typeface="Eras Bold ITC" panose="020B0907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ángulo: esquinas superiores cortadas 12">
            <a:extLst>
              <a:ext uri="{FF2B5EF4-FFF2-40B4-BE49-F238E27FC236}">
                <a16:creationId xmlns:a16="http://schemas.microsoft.com/office/drawing/2014/main" id="{08416197-5710-6A77-D870-93DF41B7DE78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rgbClr val="D98D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5A0C4AC-613D-65D2-1C6C-FE70FE22E0C7}"/>
              </a:ext>
            </a:extLst>
          </p:cNvPr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7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61579" y="7284864"/>
            <a:ext cx="10783140" cy="719917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ATRIBUYA A LA OTRA PERSONA</a:t>
            </a:r>
          </a:p>
          <a:p>
            <a:pPr marL="0" indent="0" algn="ctr">
              <a:lnSpc>
                <a:spcPts val="22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UNA BUENA REPUTACIÓN PARA QUE SE</a:t>
            </a:r>
          </a:p>
          <a:p>
            <a:pPr marL="0" indent="0" algn="ctr">
              <a:lnSpc>
                <a:spcPts val="22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INTERESE EN MANTENERLA.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94907E6-16A2-C24F-DC93-668915114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8" y="1496344"/>
            <a:ext cx="5966906" cy="53843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>
            <a:extLst>
              <a:ext uri="{FF2B5EF4-FFF2-40B4-BE49-F238E27FC236}">
                <a16:creationId xmlns:a16="http://schemas.microsoft.com/office/drawing/2014/main" id="{1C4E6B89-F1AC-065A-5D0E-1407B0FEF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034" b="21496"/>
          <a:stretch>
            <a:fillRect/>
          </a:stretch>
        </p:blipFill>
        <p:spPr>
          <a:xfrm>
            <a:off x="1" y="0"/>
            <a:ext cx="14630400" cy="8229598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770B895C-9604-AE2E-02D1-2319ED9559C4}"/>
              </a:ext>
            </a:extLst>
          </p:cNvPr>
          <p:cNvSpPr/>
          <p:nvPr/>
        </p:nvSpPr>
        <p:spPr>
          <a:xfrm>
            <a:off x="-38099" y="-1"/>
            <a:ext cx="14706600" cy="82295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" name="Text 1"/>
          <p:cNvSpPr/>
          <p:nvPr/>
        </p:nvSpPr>
        <p:spPr>
          <a:xfrm>
            <a:off x="793668" y="1986931"/>
            <a:ext cx="6493647" cy="4061311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Para motivar a alguien a mejorar, evite destruir su confianza señalando sus fallas como insuperables. En su lugar, presente los desafíos como obstáculos superables y resalte el potencial innato de la persona. "Diga a una persona que es estúpida o tonta en ciertas cosas... y habrá destruido todo incentivo para que trate de mejorar."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67113" y="6539441"/>
            <a:ext cx="2835235" cy="35433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MINIMICE EL ERROR</a:t>
            </a:r>
            <a:endParaRPr lang="en-US" sz="24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63377" y="6554146"/>
            <a:ext cx="2835235" cy="35433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RESALTE EL TALENTO</a:t>
            </a:r>
            <a:endParaRPr lang="en-US" sz="24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959641" y="6612070"/>
            <a:ext cx="2835235" cy="35433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ALIENTE EL PROGRESO</a:t>
            </a:r>
            <a:endParaRPr lang="en-US" sz="24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4597916-E670-B427-729F-10443D87F3B9}"/>
              </a:ext>
            </a:extLst>
          </p:cNvPr>
          <p:cNvSpPr txBox="1"/>
          <p:nvPr/>
        </p:nvSpPr>
        <p:spPr>
          <a:xfrm>
            <a:off x="793789" y="582031"/>
            <a:ext cx="13042821" cy="61927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HAGA QUE LOS ERRORES PAREZCAN FÁCILES DE CORREGIR</a:t>
            </a:r>
            <a:endParaRPr lang="es-BO" sz="3200" kern="100" dirty="0">
              <a:solidFill>
                <a:schemeClr val="bg1"/>
              </a:solidFill>
              <a:effectLst/>
              <a:latin typeface="Eras Bold ITC" panose="020B0907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ángulo: esquinas superiores cortadas 26">
            <a:extLst>
              <a:ext uri="{FF2B5EF4-FFF2-40B4-BE49-F238E27FC236}">
                <a16:creationId xmlns:a16="http://schemas.microsoft.com/office/drawing/2014/main" id="{10795FD0-2A70-C82C-2F2A-D6191B66CDEF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rgbClr val="F0A5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7733EDED-400D-1F5A-599E-D64F05717E0C}"/>
              </a:ext>
            </a:extLst>
          </p:cNvPr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8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911476" y="7360792"/>
            <a:ext cx="8067199" cy="362903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ALIENTE A LA OTRA PERSONA. HAGA QUE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LOS ERRORES PAREZCAN FÁCILES DE CORREGIR.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E8B581F6-762E-112E-48CF-5450066356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75" b="4508"/>
          <a:stretch>
            <a:fillRect/>
          </a:stretch>
        </p:blipFill>
        <p:spPr>
          <a:xfrm rot="343673">
            <a:off x="8560247" y="1711865"/>
            <a:ext cx="5066120" cy="44641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0" name="Rectángulo 39">
            <a:extLst>
              <a:ext uri="{FF2B5EF4-FFF2-40B4-BE49-F238E27FC236}">
                <a16:creationId xmlns:a16="http://schemas.microsoft.com/office/drawing/2014/main" id="{A04FF466-1B77-0B8B-E323-DD1AAA68476F}"/>
              </a:ext>
            </a:extLst>
          </p:cNvPr>
          <p:cNvSpPr/>
          <p:nvPr/>
        </p:nvSpPr>
        <p:spPr>
          <a:xfrm>
            <a:off x="5002651" y="6481536"/>
            <a:ext cx="160422" cy="418149"/>
          </a:xfrm>
          <a:prstGeom prst="rect">
            <a:avLst/>
          </a:prstGeom>
          <a:solidFill>
            <a:srgbClr val="FFF3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8982869-CAC7-0ADA-8CEF-CAAA2002130D}"/>
              </a:ext>
            </a:extLst>
          </p:cNvPr>
          <p:cNvSpPr/>
          <p:nvPr/>
        </p:nvSpPr>
        <p:spPr>
          <a:xfrm>
            <a:off x="9198915" y="6474567"/>
            <a:ext cx="160422" cy="418149"/>
          </a:xfrm>
          <a:prstGeom prst="rect">
            <a:avLst/>
          </a:prstGeom>
          <a:solidFill>
            <a:srgbClr val="FFF3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982EB58-D387-4ED2-036F-EF1AED3CED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84" r="11038" b="15252"/>
          <a:stretch>
            <a:fillRect/>
          </a:stretch>
        </p:blipFill>
        <p:spPr>
          <a:xfrm>
            <a:off x="40127" y="-31860"/>
            <a:ext cx="14590273" cy="826146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0E0F3F08-E24D-CE3C-261F-11807CD17503}"/>
              </a:ext>
            </a:extLst>
          </p:cNvPr>
          <p:cNvSpPr/>
          <p:nvPr/>
        </p:nvSpPr>
        <p:spPr>
          <a:xfrm>
            <a:off x="-36073" y="1"/>
            <a:ext cx="14706600" cy="82295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" name="Text 1"/>
          <p:cNvSpPr/>
          <p:nvPr/>
        </p:nvSpPr>
        <p:spPr>
          <a:xfrm>
            <a:off x="5911548" y="2140367"/>
            <a:ext cx="8108927" cy="1428750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El coronel Edward M. House, emisario de Woodrow Wilson en 1915, demostró este principio al hacer que Bryan se sintiera satisfecho a pesar de su decepción inicial. Al presentar las sugerencias de manera que beneficien a la otra persona y resalten su importancia, se facilita la colaboración y el compromiso.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0745" y="3899624"/>
            <a:ext cx="4817479" cy="318849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Inconsolata Bold" pitchFamily="34" charset="-120"/>
              </a:rPr>
              <a:t>PRINCIPIOS CLAVE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18358" y="4403500"/>
            <a:ext cx="8108927" cy="255984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Ser sincero: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Prometa solo lo que pueda cumplir, construya relaciones basadas en la honestidad.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Definir objetivos claros: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Sepa qué necesita de la otra persona y comuníquelo eficazmente.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Empatía: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Comprenda los deseos y necesidades de la otra persona para poder conectar con ellos.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Beneficios claros: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Muestre cómo la acción sugerida beneficia directamente a la otra persona.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Solicitudes positivas:</a:t>
            </a:r>
            <a:r>
              <a:rPr lang="en-US" sz="2200" dirty="0">
                <a:solidFill>
                  <a:schemeClr val="bg1"/>
                </a:solidFill>
                <a:latin typeface="Inconsolata Bold" pitchFamily="1" charset="0"/>
                <a:ea typeface="Inconsolata Bold" pitchFamily="1" charset="0"/>
                <a:cs typeface="Fira Sans" pitchFamily="34" charset="-120"/>
              </a:rPr>
              <a:t> Realice peticiones que resalten los aspectos positivos y las recompensas.</a:t>
            </a:r>
            <a:endParaRPr lang="en-US" sz="2200" dirty="0">
              <a:solidFill>
                <a:schemeClr val="bg1"/>
              </a:solidFill>
              <a:latin typeface="Inconsolata Bold" pitchFamily="1" charset="0"/>
              <a:ea typeface="Inconsolata Bold" pitchFamily="1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5C7AA0-0A6A-C1DE-D074-3F2E4CCE9E73}"/>
              </a:ext>
            </a:extLst>
          </p:cNvPr>
          <p:cNvSpPr txBox="1"/>
          <p:nvPr/>
        </p:nvSpPr>
        <p:spPr>
          <a:xfrm>
            <a:off x="1447800" y="510166"/>
            <a:ext cx="11239500" cy="1185581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PROCURE QUE LA OTRA PERSONA SE SIENTA SATISFECHA DE HACER</a:t>
            </a:r>
            <a:r>
              <a:rPr lang="es-BO" sz="3200" kern="100" dirty="0">
                <a:solidFill>
                  <a:schemeClr val="bg1"/>
                </a:solidFill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BO" sz="3200" b="1" kern="100" dirty="0">
                <a:solidFill>
                  <a:schemeClr val="bg1"/>
                </a:solidFill>
                <a:effectLst/>
                <a:latin typeface="Eras Bold ITC" panose="020B0907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 QUE USTED QUIERE</a:t>
            </a:r>
            <a:endParaRPr lang="es-BO" sz="3200" kern="100" dirty="0">
              <a:solidFill>
                <a:schemeClr val="bg1"/>
              </a:solidFill>
              <a:effectLst/>
              <a:latin typeface="Eras Bold ITC" panose="020B0907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ángulo: esquinas superiores cortadas 15">
            <a:extLst>
              <a:ext uri="{FF2B5EF4-FFF2-40B4-BE49-F238E27FC236}">
                <a16:creationId xmlns:a16="http://schemas.microsoft.com/office/drawing/2014/main" id="{F9023C75-DC52-7111-DF07-B3B58ED420BA}"/>
              </a:ext>
            </a:extLst>
          </p:cNvPr>
          <p:cNvSpPr/>
          <p:nvPr/>
        </p:nvSpPr>
        <p:spPr>
          <a:xfrm>
            <a:off x="1695450" y="7060049"/>
            <a:ext cx="11239500" cy="1169549"/>
          </a:xfrm>
          <a:prstGeom prst="snip2SameRect">
            <a:avLst>
              <a:gd name="adj1" fmla="val 34584"/>
              <a:gd name="adj2" fmla="val 0"/>
            </a:avLst>
          </a:prstGeom>
          <a:solidFill>
            <a:srgbClr val="C37E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E099947-1D66-23AE-F793-857FAA4A0D8C}"/>
              </a:ext>
            </a:extLst>
          </p:cNvPr>
          <p:cNvSpPr/>
          <p:nvPr/>
        </p:nvSpPr>
        <p:spPr>
          <a:xfrm>
            <a:off x="2005219" y="7360792"/>
            <a:ext cx="1501321" cy="290274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REGLA 9</a:t>
            </a:r>
            <a:endParaRPr lang="en-US" sz="2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93390" y="7584877"/>
            <a:ext cx="6254710" cy="238125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PROCURE QUE LA OTRA PERSONA SE SIENTA</a:t>
            </a:r>
          </a:p>
          <a:p>
            <a:pPr marL="0" indent="0" algn="ctr">
              <a:lnSpc>
                <a:spcPts val="185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Copperplate Gothic Bold" panose="020E0705020206020404" pitchFamily="34" charset="0"/>
                <a:ea typeface="Fira Sans" pitchFamily="34" charset="-122"/>
                <a:cs typeface="Fira Sans" pitchFamily="34" charset="-120"/>
              </a:rPr>
              <a:t>SATISFECHA DE HACER LO QUE USTED SUGIERE.</a:t>
            </a:r>
            <a:endParaRPr lang="en-US" sz="26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D60F1BE-7A31-4DA1-2833-3B4592CC43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78" t="10917" r="11620" b="7834"/>
          <a:stretch>
            <a:fillRect/>
          </a:stretch>
        </p:blipFill>
        <p:spPr>
          <a:xfrm rot="21154378">
            <a:off x="707785" y="2035113"/>
            <a:ext cx="4702284" cy="50269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4A9E83-D117-D18B-F0ED-2E131C661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15" b="1111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6A6AFEC-6E4E-D2D4-830D-80E5FD8F0DA3}"/>
              </a:ext>
            </a:extLst>
          </p:cNvPr>
          <p:cNvSpPr/>
          <p:nvPr/>
        </p:nvSpPr>
        <p:spPr>
          <a:xfrm>
            <a:off x="-36073" y="1"/>
            <a:ext cx="14706600" cy="82295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A4A138C-7D9B-3106-631A-03B05CFF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61"/>
          <a:stretch>
            <a:fillRect/>
          </a:stretch>
        </p:blipFill>
        <p:spPr>
          <a:xfrm rot="660029">
            <a:off x="6753726" y="1820777"/>
            <a:ext cx="6941037" cy="54222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50CDFF6-AA84-C2E5-B160-A875D1F70D63}"/>
              </a:ext>
            </a:extLst>
          </p:cNvPr>
          <p:cNvSpPr txBox="1"/>
          <p:nvPr/>
        </p:nvSpPr>
        <p:spPr>
          <a:xfrm>
            <a:off x="-411263" y="1898169"/>
            <a:ext cx="7443536" cy="3785652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BO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GRACIAS POR SU ATENCIÓN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56F1C98-DB4F-5A62-E236-07AA389D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62" t="30605" r="12664"/>
          <a:stretch>
            <a:fillRect/>
          </a:stretch>
        </p:blipFill>
        <p:spPr>
          <a:xfrm>
            <a:off x="-40127" y="6613686"/>
            <a:ext cx="1941197" cy="16492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1068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1305</Words>
  <Application>Microsoft Office PowerPoint</Application>
  <PresentationFormat>Personalizado</PresentationFormat>
  <Paragraphs>104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Eras Bold ITC</vt:lpstr>
      <vt:lpstr>Cooper Black</vt:lpstr>
      <vt:lpstr>Fira Sans</vt:lpstr>
      <vt:lpstr>Copperplate Gothic Bold</vt:lpstr>
      <vt:lpstr>Inconsolata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Montellanos</dc:creator>
  <cp:lastModifiedBy>Alison Montellanos</cp:lastModifiedBy>
  <cp:revision>2</cp:revision>
  <dcterms:created xsi:type="dcterms:W3CDTF">2026-02-25T20:57:21Z</dcterms:created>
  <dcterms:modified xsi:type="dcterms:W3CDTF">2026-02-26T08:52:20Z</dcterms:modified>
</cp:coreProperties>
</file>